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7" r:id="rId3"/>
    <p:sldId id="271" r:id="rId4"/>
    <p:sldId id="281" r:id="rId5"/>
    <p:sldId id="268" r:id="rId6"/>
    <p:sldId id="280" r:id="rId7"/>
    <p:sldId id="276" r:id="rId8"/>
    <p:sldId id="282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irud, AA (Abhay Ashok)" userId="19ffd5a2-6a71-4168-8299-0f9c3942a320" providerId="ADAL" clId="{8A0A9E83-EC65-4ABF-816A-6A3505765C4C}"/>
    <pc:docChg chg="delSld modSld">
      <pc:chgData name="Bhirud, AA (Abhay Ashok)" userId="19ffd5a2-6a71-4168-8299-0f9c3942a320" providerId="ADAL" clId="{8A0A9E83-EC65-4ABF-816A-6A3505765C4C}" dt="2026-08-04T05:57:22.298" v="10" actId="20577"/>
      <pc:docMkLst>
        <pc:docMk/>
      </pc:docMkLst>
      <pc:sldChg chg="modSp mod">
        <pc:chgData name="Bhirud, AA (Abhay Ashok)" userId="19ffd5a2-6a71-4168-8299-0f9c3942a320" providerId="ADAL" clId="{8A0A9E83-EC65-4ABF-816A-6A3505765C4C}" dt="2026-08-04T05:57:22.298" v="10" actId="20577"/>
        <pc:sldMkLst>
          <pc:docMk/>
          <pc:sldMk cId="2547321345" sldId="256"/>
        </pc:sldMkLst>
        <pc:spChg chg="mod">
          <ac:chgData name="Bhirud, AA (Abhay Ashok)" userId="19ffd5a2-6a71-4168-8299-0f9c3942a320" providerId="ADAL" clId="{8A0A9E83-EC65-4ABF-816A-6A3505765C4C}" dt="2026-08-04T05:57:22.298" v="10" actId="20577"/>
          <ac:spMkLst>
            <pc:docMk/>
            <pc:sldMk cId="2547321345" sldId="256"/>
            <ac:spMk id="2" creationId="{40C9E6D1-003C-2A01-1509-F40C100DD096}"/>
          </ac:spMkLst>
        </pc:spChg>
      </pc:sldChg>
      <pc:sldChg chg="del">
        <pc:chgData name="Bhirud, AA (Abhay Ashok)" userId="19ffd5a2-6a71-4168-8299-0f9c3942a320" providerId="ADAL" clId="{8A0A9E83-EC65-4ABF-816A-6A3505765C4C}" dt="2026-08-04T05:53:24.711" v="0" actId="47"/>
        <pc:sldMkLst>
          <pc:docMk/>
          <pc:sldMk cId="1615211377" sldId="266"/>
        </pc:sldMkLst>
      </pc:sldChg>
      <pc:sldChg chg="del">
        <pc:chgData name="Bhirud, AA (Abhay Ashok)" userId="19ffd5a2-6a71-4168-8299-0f9c3942a320" providerId="ADAL" clId="{8A0A9E83-EC65-4ABF-816A-6A3505765C4C}" dt="2026-08-04T05:54:15.021" v="2" actId="47"/>
        <pc:sldMkLst>
          <pc:docMk/>
          <pc:sldMk cId="3062336102" sldId="274"/>
        </pc:sldMkLst>
      </pc:sldChg>
      <pc:sldChg chg="del">
        <pc:chgData name="Bhirud, AA (Abhay Ashok)" userId="19ffd5a2-6a71-4168-8299-0f9c3942a320" providerId="ADAL" clId="{8A0A9E83-EC65-4ABF-816A-6A3505765C4C}" dt="2026-08-04T05:56:57.158" v="3" actId="47"/>
        <pc:sldMkLst>
          <pc:docMk/>
          <pc:sldMk cId="893100062" sldId="275"/>
        </pc:sldMkLst>
      </pc:sldChg>
      <pc:sldChg chg="del">
        <pc:chgData name="Bhirud, AA (Abhay Ashok)" userId="19ffd5a2-6a71-4168-8299-0f9c3942a320" providerId="ADAL" clId="{8A0A9E83-EC65-4ABF-816A-6A3505765C4C}" dt="2026-08-04T05:57:02.756" v="4" actId="47"/>
        <pc:sldMkLst>
          <pc:docMk/>
          <pc:sldMk cId="1024643562" sldId="277"/>
        </pc:sldMkLst>
      </pc:sldChg>
      <pc:sldChg chg="del">
        <pc:chgData name="Bhirud, AA (Abhay Ashok)" userId="19ffd5a2-6a71-4168-8299-0f9c3942a320" providerId="ADAL" clId="{8A0A9E83-EC65-4ABF-816A-6A3505765C4C}" dt="2026-08-04T05:57:12.297" v="5" actId="47"/>
        <pc:sldMkLst>
          <pc:docMk/>
          <pc:sldMk cId="1240246701" sldId="279"/>
        </pc:sldMkLst>
      </pc:sldChg>
      <pc:sldChg chg="del">
        <pc:chgData name="Bhirud, AA (Abhay Ashok)" userId="19ffd5a2-6a71-4168-8299-0f9c3942a320" providerId="ADAL" clId="{8A0A9E83-EC65-4ABF-816A-6A3505765C4C}" dt="2026-08-04T05:53:28.031" v="1" actId="47"/>
        <pc:sldMkLst>
          <pc:docMk/>
          <pc:sldMk cId="878294823" sldId="28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727DE8-5134-48D4-B69E-177F6B9E3DD6}" type="doc">
      <dgm:prSet loTypeId="urn:microsoft.com/office/officeart/2009/3/layout/StepUpProcess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014872-E91C-4795-B5A8-1BD302718A79}">
      <dgm:prSet phldrT="[Text]" custT="1"/>
      <dgm:spPr/>
      <dgm:t>
        <a:bodyPr/>
        <a:lstStyle/>
        <a:p>
          <a:r>
            <a:rPr lang="en-US" sz="2000" dirty="0"/>
            <a:t>Inspection Module</a:t>
          </a:r>
        </a:p>
      </dgm:t>
    </dgm:pt>
    <dgm:pt modelId="{D0C587F1-79F1-4A89-AA4B-9FC639DDEEC5}" type="parTrans" cxnId="{4327A63C-2978-49EE-8B46-1516E27A89BB}">
      <dgm:prSet/>
      <dgm:spPr/>
      <dgm:t>
        <a:bodyPr/>
        <a:lstStyle/>
        <a:p>
          <a:endParaRPr lang="en-US"/>
        </a:p>
      </dgm:t>
    </dgm:pt>
    <dgm:pt modelId="{D74861DA-C770-49C6-9B95-A35A5E818327}" type="sibTrans" cxnId="{4327A63C-2978-49EE-8B46-1516E27A89BB}">
      <dgm:prSet/>
      <dgm:spPr/>
      <dgm:t>
        <a:bodyPr/>
        <a:lstStyle/>
        <a:p>
          <a:endParaRPr lang="en-US"/>
        </a:p>
      </dgm:t>
    </dgm:pt>
    <dgm:pt modelId="{DCC8AC36-8D04-4DEA-9E23-01CF497BAD3F}">
      <dgm:prSet phldrT="[Text]" custT="1"/>
      <dgm:spPr/>
      <dgm:t>
        <a:bodyPr/>
        <a:lstStyle/>
        <a:p>
          <a:r>
            <a:rPr lang="en-US" sz="2000" dirty="0"/>
            <a:t>DevOps Pipeline</a:t>
          </a:r>
        </a:p>
      </dgm:t>
    </dgm:pt>
    <dgm:pt modelId="{7437B1E8-2D2B-4CBF-8812-237A81422C92}" type="parTrans" cxnId="{C4B171EA-AD23-4121-BF9E-1CFDC859E6C8}">
      <dgm:prSet/>
      <dgm:spPr/>
      <dgm:t>
        <a:bodyPr/>
        <a:lstStyle/>
        <a:p>
          <a:endParaRPr lang="en-US"/>
        </a:p>
      </dgm:t>
    </dgm:pt>
    <dgm:pt modelId="{DD2D5C42-01A6-4CD2-87D5-A290A4A4E2ED}" type="sibTrans" cxnId="{C4B171EA-AD23-4121-BF9E-1CFDC859E6C8}">
      <dgm:prSet/>
      <dgm:spPr/>
      <dgm:t>
        <a:bodyPr/>
        <a:lstStyle/>
        <a:p>
          <a:endParaRPr lang="en-US"/>
        </a:p>
      </dgm:t>
    </dgm:pt>
    <dgm:pt modelId="{FBAEDBF2-E4AF-4268-BE34-CD2CB3106B0F}">
      <dgm:prSet phldrT="[Text]" custT="1"/>
      <dgm:spPr/>
      <dgm:t>
        <a:bodyPr/>
        <a:lstStyle/>
        <a:p>
          <a:r>
            <a:rPr lang="en-US" sz="2000" dirty="0"/>
            <a:t>Model dependency Controller</a:t>
          </a:r>
        </a:p>
      </dgm:t>
    </dgm:pt>
    <dgm:pt modelId="{7A2E6EF1-7225-4C4D-828C-A740A78C0E22}" type="parTrans" cxnId="{6ED4A506-EFEB-4377-B82A-F4649192D283}">
      <dgm:prSet/>
      <dgm:spPr/>
      <dgm:t>
        <a:bodyPr/>
        <a:lstStyle/>
        <a:p>
          <a:endParaRPr lang="en-US"/>
        </a:p>
      </dgm:t>
    </dgm:pt>
    <dgm:pt modelId="{37FEC5E6-6228-4E6C-BA4B-F98850529E50}" type="sibTrans" cxnId="{6ED4A506-EFEB-4377-B82A-F4649192D283}">
      <dgm:prSet/>
      <dgm:spPr/>
      <dgm:t>
        <a:bodyPr/>
        <a:lstStyle/>
        <a:p>
          <a:endParaRPr lang="en-US"/>
        </a:p>
      </dgm:t>
    </dgm:pt>
    <dgm:pt modelId="{84E296E7-3980-4833-B768-DD860661E1E8}">
      <dgm:prSet phldrT="[Text]" custT="1"/>
      <dgm:spPr/>
      <dgm:t>
        <a:bodyPr/>
        <a:lstStyle/>
        <a:p>
          <a:r>
            <a:rPr lang="en-US" sz="2000" dirty="0"/>
            <a:t>Portfolio Datastore</a:t>
          </a:r>
        </a:p>
      </dgm:t>
    </dgm:pt>
    <dgm:pt modelId="{E26B5080-5234-4179-9A9C-5F0450FA4306}" type="parTrans" cxnId="{7C2934E2-9DF2-4ACE-A874-0EDBDE9E991E}">
      <dgm:prSet/>
      <dgm:spPr/>
      <dgm:t>
        <a:bodyPr/>
        <a:lstStyle/>
        <a:p>
          <a:endParaRPr lang="en-US"/>
        </a:p>
      </dgm:t>
    </dgm:pt>
    <dgm:pt modelId="{574DB7DA-530C-49FD-A66B-3A822A2CEA8E}" type="sibTrans" cxnId="{7C2934E2-9DF2-4ACE-A874-0EDBDE9E991E}">
      <dgm:prSet/>
      <dgm:spPr/>
      <dgm:t>
        <a:bodyPr/>
        <a:lstStyle/>
        <a:p>
          <a:endParaRPr lang="en-US"/>
        </a:p>
      </dgm:t>
    </dgm:pt>
    <dgm:pt modelId="{22C049E3-503C-4921-8D60-C01E08F7EDF1}">
      <dgm:prSet phldrT="[Text]" custT="1"/>
      <dgm:spPr/>
      <dgm:t>
        <a:bodyPr/>
        <a:lstStyle/>
        <a:p>
          <a:r>
            <a:rPr lang="en-US" sz="2000" dirty="0"/>
            <a:t>IRB Datastore</a:t>
          </a:r>
        </a:p>
      </dgm:t>
    </dgm:pt>
    <dgm:pt modelId="{7B5F08AE-3565-42D4-979F-91ED2EA1E370}" type="parTrans" cxnId="{4B35928A-E441-46D8-9BF7-E5769C7D5ACC}">
      <dgm:prSet/>
      <dgm:spPr/>
      <dgm:t>
        <a:bodyPr/>
        <a:lstStyle/>
        <a:p>
          <a:endParaRPr lang="en-US"/>
        </a:p>
      </dgm:t>
    </dgm:pt>
    <dgm:pt modelId="{3C6A9162-5804-43A0-B319-C50603F63892}" type="sibTrans" cxnId="{4B35928A-E441-46D8-9BF7-E5769C7D5ACC}">
      <dgm:prSet/>
      <dgm:spPr/>
      <dgm:t>
        <a:bodyPr/>
        <a:lstStyle/>
        <a:p>
          <a:endParaRPr lang="en-US"/>
        </a:p>
      </dgm:t>
    </dgm:pt>
    <dgm:pt modelId="{FE2C264F-EAA3-4B93-B3FB-C9F72F42AA6C}">
      <dgm:prSet phldrT="[Text]" custT="1"/>
      <dgm:spPr/>
      <dgm:t>
        <a:bodyPr/>
        <a:lstStyle/>
        <a:p>
          <a:r>
            <a:rPr lang="en-US" sz="2000" dirty="0"/>
            <a:t>RWA Datastore</a:t>
          </a:r>
        </a:p>
      </dgm:t>
    </dgm:pt>
    <dgm:pt modelId="{B689CDCA-302F-4CD4-A8F3-022247CF789D}" type="parTrans" cxnId="{75684976-A1B6-4C8C-BD55-8CDD1B70C5BB}">
      <dgm:prSet/>
      <dgm:spPr/>
      <dgm:t>
        <a:bodyPr/>
        <a:lstStyle/>
        <a:p>
          <a:endParaRPr lang="en-US"/>
        </a:p>
      </dgm:t>
    </dgm:pt>
    <dgm:pt modelId="{C7C873AF-8B21-426B-A752-DE620C442216}" type="sibTrans" cxnId="{75684976-A1B6-4C8C-BD55-8CDD1B70C5BB}">
      <dgm:prSet/>
      <dgm:spPr/>
      <dgm:t>
        <a:bodyPr/>
        <a:lstStyle/>
        <a:p>
          <a:endParaRPr lang="en-US"/>
        </a:p>
      </dgm:t>
    </dgm:pt>
    <dgm:pt modelId="{4AFBE52B-E038-44D3-B68B-354129AC6CB2}">
      <dgm:prSet phldrT="[Text]" custT="1"/>
      <dgm:spPr/>
      <dgm:t>
        <a:bodyPr/>
        <a:lstStyle/>
        <a:p>
          <a:r>
            <a:rPr lang="en-US" sz="2000" dirty="0"/>
            <a:t>CORP Datastore</a:t>
          </a:r>
        </a:p>
      </dgm:t>
    </dgm:pt>
    <dgm:pt modelId="{2F763F51-1C51-49E6-B904-7B8C12F1AC11}" type="parTrans" cxnId="{7CAD12CE-303C-4CEA-BF30-457DDCE5B3D6}">
      <dgm:prSet/>
      <dgm:spPr/>
      <dgm:t>
        <a:bodyPr/>
        <a:lstStyle/>
        <a:p>
          <a:endParaRPr lang="en-US"/>
        </a:p>
      </dgm:t>
    </dgm:pt>
    <dgm:pt modelId="{53F7C0C1-C510-41DA-8F6A-EF2A07E5EBAE}" type="sibTrans" cxnId="{7CAD12CE-303C-4CEA-BF30-457DDCE5B3D6}">
      <dgm:prSet/>
      <dgm:spPr/>
      <dgm:t>
        <a:bodyPr/>
        <a:lstStyle/>
        <a:p>
          <a:endParaRPr lang="en-US"/>
        </a:p>
      </dgm:t>
    </dgm:pt>
    <dgm:pt modelId="{1E98BF21-BD6C-42D5-887E-A44A12E08DCC}" type="pres">
      <dgm:prSet presAssocID="{20727DE8-5134-48D4-B69E-177F6B9E3DD6}" presName="rootnode" presStyleCnt="0">
        <dgm:presLayoutVars>
          <dgm:chMax/>
          <dgm:chPref/>
          <dgm:dir/>
          <dgm:animLvl val="lvl"/>
        </dgm:presLayoutVars>
      </dgm:prSet>
      <dgm:spPr/>
    </dgm:pt>
    <dgm:pt modelId="{3DB636C9-83A1-4130-BC50-C2636D7BBB9D}" type="pres">
      <dgm:prSet presAssocID="{E0014872-E91C-4795-B5A8-1BD302718A79}" presName="composite" presStyleCnt="0"/>
      <dgm:spPr/>
    </dgm:pt>
    <dgm:pt modelId="{36D0F4DC-5C76-44A2-9DED-C5289214AD80}" type="pres">
      <dgm:prSet presAssocID="{E0014872-E91C-4795-B5A8-1BD302718A79}" presName="LShape" presStyleLbl="alignNode1" presStyleIdx="0" presStyleCnt="13"/>
      <dgm:spPr>
        <a:solidFill>
          <a:srgbClr val="FFFF00"/>
        </a:solidFill>
      </dgm:spPr>
    </dgm:pt>
    <dgm:pt modelId="{A047B569-96E9-46C1-BE0E-93492654FC02}" type="pres">
      <dgm:prSet presAssocID="{E0014872-E91C-4795-B5A8-1BD302718A79}" presName="ParentText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779D2059-0F2F-4E12-AA2A-3A422A1DE766}" type="pres">
      <dgm:prSet presAssocID="{E0014872-E91C-4795-B5A8-1BD302718A79}" presName="Triangle" presStyleLbl="alignNode1" presStyleIdx="1" presStyleCnt="13"/>
      <dgm:spPr>
        <a:solidFill>
          <a:srgbClr val="92D050"/>
        </a:solidFill>
      </dgm:spPr>
    </dgm:pt>
    <dgm:pt modelId="{4F2109CA-E3FB-4038-A1DF-295279F0D475}" type="pres">
      <dgm:prSet presAssocID="{D74861DA-C770-49C6-9B95-A35A5E818327}" presName="sibTrans" presStyleCnt="0"/>
      <dgm:spPr/>
    </dgm:pt>
    <dgm:pt modelId="{86B1026F-31BB-408C-B9A4-175920D08550}" type="pres">
      <dgm:prSet presAssocID="{D74861DA-C770-49C6-9B95-A35A5E818327}" presName="space" presStyleCnt="0"/>
      <dgm:spPr/>
    </dgm:pt>
    <dgm:pt modelId="{631EF323-3D5C-4962-972C-919C257BFAC0}" type="pres">
      <dgm:prSet presAssocID="{DCC8AC36-8D04-4DEA-9E23-01CF497BAD3F}" presName="composite" presStyleCnt="0"/>
      <dgm:spPr/>
    </dgm:pt>
    <dgm:pt modelId="{1487D549-3D0C-4099-BFBB-B70AD634E334}" type="pres">
      <dgm:prSet presAssocID="{DCC8AC36-8D04-4DEA-9E23-01CF497BAD3F}" presName="LShape" presStyleLbl="alignNode1" presStyleIdx="2" presStyleCnt="13"/>
      <dgm:spPr/>
    </dgm:pt>
    <dgm:pt modelId="{5689684D-42C7-4821-9E86-21852EF47EAE}" type="pres">
      <dgm:prSet presAssocID="{DCC8AC36-8D04-4DEA-9E23-01CF497BAD3F}" presName="ParentText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99F0F4FA-1A2B-484E-BABB-92AE03DF4030}" type="pres">
      <dgm:prSet presAssocID="{DCC8AC36-8D04-4DEA-9E23-01CF497BAD3F}" presName="Triangle" presStyleLbl="alignNode1" presStyleIdx="3" presStyleCnt="13"/>
      <dgm:spPr/>
    </dgm:pt>
    <dgm:pt modelId="{8F9277FA-C994-44B6-9F9A-5F760CF87756}" type="pres">
      <dgm:prSet presAssocID="{DD2D5C42-01A6-4CD2-87D5-A290A4A4E2ED}" presName="sibTrans" presStyleCnt="0"/>
      <dgm:spPr/>
    </dgm:pt>
    <dgm:pt modelId="{9F475F37-31B1-4826-937C-FDECDDED2692}" type="pres">
      <dgm:prSet presAssocID="{DD2D5C42-01A6-4CD2-87D5-A290A4A4E2ED}" presName="space" presStyleCnt="0"/>
      <dgm:spPr/>
    </dgm:pt>
    <dgm:pt modelId="{CE3FBAB0-D116-4E1A-90D0-C98A5E684775}" type="pres">
      <dgm:prSet presAssocID="{FBAEDBF2-E4AF-4268-BE34-CD2CB3106B0F}" presName="composite" presStyleCnt="0"/>
      <dgm:spPr/>
    </dgm:pt>
    <dgm:pt modelId="{7EB5F497-6F03-4242-8A97-775666C9B297}" type="pres">
      <dgm:prSet presAssocID="{FBAEDBF2-E4AF-4268-BE34-CD2CB3106B0F}" presName="LShape" presStyleLbl="alignNode1" presStyleIdx="4" presStyleCnt="13"/>
      <dgm:spPr/>
    </dgm:pt>
    <dgm:pt modelId="{64B42194-2F36-478C-B4B4-9945FA3DB352}" type="pres">
      <dgm:prSet presAssocID="{FBAEDBF2-E4AF-4268-BE34-CD2CB3106B0F}" presName="ParentText" presStyleLbl="revTx" presStyleIdx="2" presStyleCnt="7" custScaleX="114313" custLinFactNeighborX="6438" custLinFactNeighborY="-2410">
        <dgm:presLayoutVars>
          <dgm:chMax val="0"/>
          <dgm:chPref val="0"/>
          <dgm:bulletEnabled val="1"/>
        </dgm:presLayoutVars>
      </dgm:prSet>
      <dgm:spPr/>
    </dgm:pt>
    <dgm:pt modelId="{35341B54-95C9-4FAE-A04C-49129D9FE8EE}" type="pres">
      <dgm:prSet presAssocID="{FBAEDBF2-E4AF-4268-BE34-CD2CB3106B0F}" presName="Triangle" presStyleLbl="alignNode1" presStyleIdx="5" presStyleCnt="13"/>
      <dgm:spPr/>
    </dgm:pt>
    <dgm:pt modelId="{09CE58C5-D5DB-4B24-8E98-F62470E9F3AC}" type="pres">
      <dgm:prSet presAssocID="{37FEC5E6-6228-4E6C-BA4B-F98850529E50}" presName="sibTrans" presStyleCnt="0"/>
      <dgm:spPr/>
    </dgm:pt>
    <dgm:pt modelId="{60CF50A9-69E3-4DBA-B5CA-2CBBAB7A602C}" type="pres">
      <dgm:prSet presAssocID="{37FEC5E6-6228-4E6C-BA4B-F98850529E50}" presName="space" presStyleCnt="0"/>
      <dgm:spPr/>
    </dgm:pt>
    <dgm:pt modelId="{BC9FF42D-DDDF-4466-9142-8192C257D1F3}" type="pres">
      <dgm:prSet presAssocID="{84E296E7-3980-4833-B768-DD860661E1E8}" presName="composite" presStyleCnt="0"/>
      <dgm:spPr/>
    </dgm:pt>
    <dgm:pt modelId="{2A44623E-33CC-46F9-9B2D-462A0E2AC4EF}" type="pres">
      <dgm:prSet presAssocID="{84E296E7-3980-4833-B768-DD860661E1E8}" presName="LShape" presStyleLbl="alignNode1" presStyleIdx="6" presStyleCnt="13"/>
      <dgm:spPr/>
    </dgm:pt>
    <dgm:pt modelId="{E1D02B1E-7E15-46D0-A603-D8F8DC98B1AE}" type="pres">
      <dgm:prSet presAssocID="{84E296E7-3980-4833-B768-DD860661E1E8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AEA3D491-9ABB-4E35-9FA0-B19CD33076DF}" type="pres">
      <dgm:prSet presAssocID="{84E296E7-3980-4833-B768-DD860661E1E8}" presName="Triangle" presStyleLbl="alignNode1" presStyleIdx="7" presStyleCnt="13"/>
      <dgm:spPr/>
    </dgm:pt>
    <dgm:pt modelId="{29653CE1-6C0B-4D96-9997-5C5A78D17CF1}" type="pres">
      <dgm:prSet presAssocID="{574DB7DA-530C-49FD-A66B-3A822A2CEA8E}" presName="sibTrans" presStyleCnt="0"/>
      <dgm:spPr/>
    </dgm:pt>
    <dgm:pt modelId="{C9EAA059-0533-446A-9F97-91B22DDAF740}" type="pres">
      <dgm:prSet presAssocID="{574DB7DA-530C-49FD-A66B-3A822A2CEA8E}" presName="space" presStyleCnt="0"/>
      <dgm:spPr/>
    </dgm:pt>
    <dgm:pt modelId="{546399F6-DE98-42C7-A088-83CECBF92072}" type="pres">
      <dgm:prSet presAssocID="{22C049E3-503C-4921-8D60-C01E08F7EDF1}" presName="composite" presStyleCnt="0"/>
      <dgm:spPr/>
    </dgm:pt>
    <dgm:pt modelId="{67A48AFA-1B90-45FE-A7C4-C1863A1EB5C1}" type="pres">
      <dgm:prSet presAssocID="{22C049E3-503C-4921-8D60-C01E08F7EDF1}" presName="LShape" presStyleLbl="alignNode1" presStyleIdx="8" presStyleCnt="13"/>
      <dgm:spPr/>
    </dgm:pt>
    <dgm:pt modelId="{C558F142-17AC-4877-9208-83F7E999CE67}" type="pres">
      <dgm:prSet presAssocID="{22C049E3-503C-4921-8D60-C01E08F7EDF1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2C6F2C35-5817-4E50-BCCE-3C37CF969698}" type="pres">
      <dgm:prSet presAssocID="{22C049E3-503C-4921-8D60-C01E08F7EDF1}" presName="Triangle" presStyleLbl="alignNode1" presStyleIdx="9" presStyleCnt="13"/>
      <dgm:spPr/>
    </dgm:pt>
    <dgm:pt modelId="{53A0B090-2B8F-4F60-9318-A7A9018479EE}" type="pres">
      <dgm:prSet presAssocID="{3C6A9162-5804-43A0-B319-C50603F63892}" presName="sibTrans" presStyleCnt="0"/>
      <dgm:spPr/>
    </dgm:pt>
    <dgm:pt modelId="{FE76D8A3-6731-4C92-8747-39A8A3612A63}" type="pres">
      <dgm:prSet presAssocID="{3C6A9162-5804-43A0-B319-C50603F63892}" presName="space" presStyleCnt="0"/>
      <dgm:spPr/>
    </dgm:pt>
    <dgm:pt modelId="{224A705C-792F-49C7-84F8-22B263F5A226}" type="pres">
      <dgm:prSet presAssocID="{FE2C264F-EAA3-4B93-B3FB-C9F72F42AA6C}" presName="composite" presStyleCnt="0"/>
      <dgm:spPr/>
    </dgm:pt>
    <dgm:pt modelId="{CFD7BCE5-6874-4C9B-AA8D-4A47F9DE84C2}" type="pres">
      <dgm:prSet presAssocID="{FE2C264F-EAA3-4B93-B3FB-C9F72F42AA6C}" presName="LShape" presStyleLbl="alignNode1" presStyleIdx="10" presStyleCnt="13"/>
      <dgm:spPr/>
    </dgm:pt>
    <dgm:pt modelId="{3D9CE0BC-5B70-4D46-8484-8172527A74AA}" type="pres">
      <dgm:prSet presAssocID="{FE2C264F-EAA3-4B93-B3FB-C9F72F42AA6C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BBA46A9C-5A62-4B4C-891F-637C8BC9FDC8}" type="pres">
      <dgm:prSet presAssocID="{FE2C264F-EAA3-4B93-B3FB-C9F72F42AA6C}" presName="Triangle" presStyleLbl="alignNode1" presStyleIdx="11" presStyleCnt="13"/>
      <dgm:spPr/>
    </dgm:pt>
    <dgm:pt modelId="{D1EB3980-D5A4-48D1-93BD-86612B24053E}" type="pres">
      <dgm:prSet presAssocID="{C7C873AF-8B21-426B-A752-DE620C442216}" presName="sibTrans" presStyleCnt="0"/>
      <dgm:spPr/>
    </dgm:pt>
    <dgm:pt modelId="{EB375CDD-D680-4A33-8291-A172C0799583}" type="pres">
      <dgm:prSet presAssocID="{C7C873AF-8B21-426B-A752-DE620C442216}" presName="space" presStyleCnt="0"/>
      <dgm:spPr/>
    </dgm:pt>
    <dgm:pt modelId="{165966CC-7B2D-4740-8572-BAA969F345A8}" type="pres">
      <dgm:prSet presAssocID="{4AFBE52B-E038-44D3-B68B-354129AC6CB2}" presName="composite" presStyleCnt="0"/>
      <dgm:spPr/>
    </dgm:pt>
    <dgm:pt modelId="{956866B8-E4D7-4AB8-9485-74E804B08E7B}" type="pres">
      <dgm:prSet presAssocID="{4AFBE52B-E038-44D3-B68B-354129AC6CB2}" presName="LShape" presStyleLbl="alignNode1" presStyleIdx="12" presStyleCnt="13"/>
      <dgm:spPr/>
    </dgm:pt>
    <dgm:pt modelId="{AD7AB993-EE6F-4CC9-9679-7907FE89F6CD}" type="pres">
      <dgm:prSet presAssocID="{4AFBE52B-E038-44D3-B68B-354129AC6CB2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6ED4A506-EFEB-4377-B82A-F4649192D283}" srcId="{20727DE8-5134-48D4-B69E-177F6B9E3DD6}" destId="{FBAEDBF2-E4AF-4268-BE34-CD2CB3106B0F}" srcOrd="2" destOrd="0" parTransId="{7A2E6EF1-7225-4C4D-828C-A740A78C0E22}" sibTransId="{37FEC5E6-6228-4E6C-BA4B-F98850529E50}"/>
    <dgm:cxn modelId="{097D4C0E-1636-4F46-AE0E-E3FA9677F814}" type="presOf" srcId="{E0014872-E91C-4795-B5A8-1BD302718A79}" destId="{A047B569-96E9-46C1-BE0E-93492654FC02}" srcOrd="0" destOrd="0" presId="urn:microsoft.com/office/officeart/2009/3/layout/StepUpProcess"/>
    <dgm:cxn modelId="{FA48EB0F-3829-4AF7-9754-F9DCEAFB73DD}" type="presOf" srcId="{20727DE8-5134-48D4-B69E-177F6B9E3DD6}" destId="{1E98BF21-BD6C-42D5-887E-A44A12E08DCC}" srcOrd="0" destOrd="0" presId="urn:microsoft.com/office/officeart/2009/3/layout/StepUpProcess"/>
    <dgm:cxn modelId="{899BF034-0CF9-4FAA-AB3B-9A43424F39B8}" type="presOf" srcId="{FBAEDBF2-E4AF-4268-BE34-CD2CB3106B0F}" destId="{64B42194-2F36-478C-B4B4-9945FA3DB352}" srcOrd="0" destOrd="0" presId="urn:microsoft.com/office/officeart/2009/3/layout/StepUpProcess"/>
    <dgm:cxn modelId="{4327A63C-2978-49EE-8B46-1516E27A89BB}" srcId="{20727DE8-5134-48D4-B69E-177F6B9E3DD6}" destId="{E0014872-E91C-4795-B5A8-1BD302718A79}" srcOrd="0" destOrd="0" parTransId="{D0C587F1-79F1-4A89-AA4B-9FC639DDEEC5}" sibTransId="{D74861DA-C770-49C6-9B95-A35A5E818327}"/>
    <dgm:cxn modelId="{75684976-A1B6-4C8C-BD55-8CDD1B70C5BB}" srcId="{20727DE8-5134-48D4-B69E-177F6B9E3DD6}" destId="{FE2C264F-EAA3-4B93-B3FB-C9F72F42AA6C}" srcOrd="5" destOrd="0" parTransId="{B689CDCA-302F-4CD4-A8F3-022247CF789D}" sibTransId="{C7C873AF-8B21-426B-A752-DE620C442216}"/>
    <dgm:cxn modelId="{4B35928A-E441-46D8-9BF7-E5769C7D5ACC}" srcId="{20727DE8-5134-48D4-B69E-177F6B9E3DD6}" destId="{22C049E3-503C-4921-8D60-C01E08F7EDF1}" srcOrd="4" destOrd="0" parTransId="{7B5F08AE-3565-42D4-979F-91ED2EA1E370}" sibTransId="{3C6A9162-5804-43A0-B319-C50603F63892}"/>
    <dgm:cxn modelId="{9081768C-2076-4833-9BD6-0401D98F9A56}" type="presOf" srcId="{84E296E7-3980-4833-B768-DD860661E1E8}" destId="{E1D02B1E-7E15-46D0-A603-D8F8DC98B1AE}" srcOrd="0" destOrd="0" presId="urn:microsoft.com/office/officeart/2009/3/layout/StepUpProcess"/>
    <dgm:cxn modelId="{D66C7090-145A-4184-898D-3EBDF94AA38E}" type="presOf" srcId="{DCC8AC36-8D04-4DEA-9E23-01CF497BAD3F}" destId="{5689684D-42C7-4821-9E86-21852EF47EAE}" srcOrd="0" destOrd="0" presId="urn:microsoft.com/office/officeart/2009/3/layout/StepUpProcess"/>
    <dgm:cxn modelId="{1CB968A6-2E7E-406D-BBD4-0721B9D3B114}" type="presOf" srcId="{4AFBE52B-E038-44D3-B68B-354129AC6CB2}" destId="{AD7AB993-EE6F-4CC9-9679-7907FE89F6CD}" srcOrd="0" destOrd="0" presId="urn:microsoft.com/office/officeart/2009/3/layout/StepUpProcess"/>
    <dgm:cxn modelId="{740C70C9-5AE9-4CD7-BDFC-DAE1911192B6}" type="presOf" srcId="{FE2C264F-EAA3-4B93-B3FB-C9F72F42AA6C}" destId="{3D9CE0BC-5B70-4D46-8484-8172527A74AA}" srcOrd="0" destOrd="0" presId="urn:microsoft.com/office/officeart/2009/3/layout/StepUpProcess"/>
    <dgm:cxn modelId="{7CAD12CE-303C-4CEA-BF30-457DDCE5B3D6}" srcId="{20727DE8-5134-48D4-B69E-177F6B9E3DD6}" destId="{4AFBE52B-E038-44D3-B68B-354129AC6CB2}" srcOrd="6" destOrd="0" parTransId="{2F763F51-1C51-49E6-B904-7B8C12F1AC11}" sibTransId="{53F7C0C1-C510-41DA-8F6A-EF2A07E5EBAE}"/>
    <dgm:cxn modelId="{B2CDE6D7-51E4-4ABE-A456-CDA1C2463B3F}" type="presOf" srcId="{22C049E3-503C-4921-8D60-C01E08F7EDF1}" destId="{C558F142-17AC-4877-9208-83F7E999CE67}" srcOrd="0" destOrd="0" presId="urn:microsoft.com/office/officeart/2009/3/layout/StepUpProcess"/>
    <dgm:cxn modelId="{7C2934E2-9DF2-4ACE-A874-0EDBDE9E991E}" srcId="{20727DE8-5134-48D4-B69E-177F6B9E3DD6}" destId="{84E296E7-3980-4833-B768-DD860661E1E8}" srcOrd="3" destOrd="0" parTransId="{E26B5080-5234-4179-9A9C-5F0450FA4306}" sibTransId="{574DB7DA-530C-49FD-A66B-3A822A2CEA8E}"/>
    <dgm:cxn modelId="{C4B171EA-AD23-4121-BF9E-1CFDC859E6C8}" srcId="{20727DE8-5134-48D4-B69E-177F6B9E3DD6}" destId="{DCC8AC36-8D04-4DEA-9E23-01CF497BAD3F}" srcOrd="1" destOrd="0" parTransId="{7437B1E8-2D2B-4CBF-8812-237A81422C92}" sibTransId="{DD2D5C42-01A6-4CD2-87D5-A290A4A4E2ED}"/>
    <dgm:cxn modelId="{1CE495CF-BA0F-41F0-AC53-F1E6EF70769B}" type="presParOf" srcId="{1E98BF21-BD6C-42D5-887E-A44A12E08DCC}" destId="{3DB636C9-83A1-4130-BC50-C2636D7BBB9D}" srcOrd="0" destOrd="0" presId="urn:microsoft.com/office/officeart/2009/3/layout/StepUpProcess"/>
    <dgm:cxn modelId="{72D22813-AD79-4CC3-BCD2-1E4C7769009F}" type="presParOf" srcId="{3DB636C9-83A1-4130-BC50-C2636D7BBB9D}" destId="{36D0F4DC-5C76-44A2-9DED-C5289214AD80}" srcOrd="0" destOrd="0" presId="urn:microsoft.com/office/officeart/2009/3/layout/StepUpProcess"/>
    <dgm:cxn modelId="{E568636D-E0CF-45F3-9289-5357218980DD}" type="presParOf" srcId="{3DB636C9-83A1-4130-BC50-C2636D7BBB9D}" destId="{A047B569-96E9-46C1-BE0E-93492654FC02}" srcOrd="1" destOrd="0" presId="urn:microsoft.com/office/officeart/2009/3/layout/StepUpProcess"/>
    <dgm:cxn modelId="{BC1DC07A-B4BA-4567-875F-3CE2AF93C57C}" type="presParOf" srcId="{3DB636C9-83A1-4130-BC50-C2636D7BBB9D}" destId="{779D2059-0F2F-4E12-AA2A-3A422A1DE766}" srcOrd="2" destOrd="0" presId="urn:microsoft.com/office/officeart/2009/3/layout/StepUpProcess"/>
    <dgm:cxn modelId="{3E5A0709-44E7-4D36-A93E-3C2965542FA8}" type="presParOf" srcId="{1E98BF21-BD6C-42D5-887E-A44A12E08DCC}" destId="{4F2109CA-E3FB-4038-A1DF-295279F0D475}" srcOrd="1" destOrd="0" presId="urn:microsoft.com/office/officeart/2009/3/layout/StepUpProcess"/>
    <dgm:cxn modelId="{16771597-7304-46FB-837F-67E21AA15AB3}" type="presParOf" srcId="{4F2109CA-E3FB-4038-A1DF-295279F0D475}" destId="{86B1026F-31BB-408C-B9A4-175920D08550}" srcOrd="0" destOrd="0" presId="urn:microsoft.com/office/officeart/2009/3/layout/StepUpProcess"/>
    <dgm:cxn modelId="{5A068C68-CB1A-4D48-BAD9-2AC97A14844F}" type="presParOf" srcId="{1E98BF21-BD6C-42D5-887E-A44A12E08DCC}" destId="{631EF323-3D5C-4962-972C-919C257BFAC0}" srcOrd="2" destOrd="0" presId="urn:microsoft.com/office/officeart/2009/3/layout/StepUpProcess"/>
    <dgm:cxn modelId="{69ABC275-E39D-4669-A596-32A370A540FE}" type="presParOf" srcId="{631EF323-3D5C-4962-972C-919C257BFAC0}" destId="{1487D549-3D0C-4099-BFBB-B70AD634E334}" srcOrd="0" destOrd="0" presId="urn:microsoft.com/office/officeart/2009/3/layout/StepUpProcess"/>
    <dgm:cxn modelId="{E9663A98-1011-4387-A30F-565CCCB1BBB2}" type="presParOf" srcId="{631EF323-3D5C-4962-972C-919C257BFAC0}" destId="{5689684D-42C7-4821-9E86-21852EF47EAE}" srcOrd="1" destOrd="0" presId="urn:microsoft.com/office/officeart/2009/3/layout/StepUpProcess"/>
    <dgm:cxn modelId="{984B233C-7941-418A-861E-0652AE4A6B7D}" type="presParOf" srcId="{631EF323-3D5C-4962-972C-919C257BFAC0}" destId="{99F0F4FA-1A2B-484E-BABB-92AE03DF4030}" srcOrd="2" destOrd="0" presId="urn:microsoft.com/office/officeart/2009/3/layout/StepUpProcess"/>
    <dgm:cxn modelId="{B71CD0AB-ADCC-4D25-9FDF-36BDFEDACA6D}" type="presParOf" srcId="{1E98BF21-BD6C-42D5-887E-A44A12E08DCC}" destId="{8F9277FA-C994-44B6-9F9A-5F760CF87756}" srcOrd="3" destOrd="0" presId="urn:microsoft.com/office/officeart/2009/3/layout/StepUpProcess"/>
    <dgm:cxn modelId="{ED3CBB34-999D-4707-9D15-D66B5F6F87E2}" type="presParOf" srcId="{8F9277FA-C994-44B6-9F9A-5F760CF87756}" destId="{9F475F37-31B1-4826-937C-FDECDDED2692}" srcOrd="0" destOrd="0" presId="urn:microsoft.com/office/officeart/2009/3/layout/StepUpProcess"/>
    <dgm:cxn modelId="{7169E237-D1CA-4DD8-8C51-F2884F2EEB39}" type="presParOf" srcId="{1E98BF21-BD6C-42D5-887E-A44A12E08DCC}" destId="{CE3FBAB0-D116-4E1A-90D0-C98A5E684775}" srcOrd="4" destOrd="0" presId="urn:microsoft.com/office/officeart/2009/3/layout/StepUpProcess"/>
    <dgm:cxn modelId="{BB08961B-BD1D-4A2D-B19A-CF3B6295703D}" type="presParOf" srcId="{CE3FBAB0-D116-4E1A-90D0-C98A5E684775}" destId="{7EB5F497-6F03-4242-8A97-775666C9B297}" srcOrd="0" destOrd="0" presId="urn:microsoft.com/office/officeart/2009/3/layout/StepUpProcess"/>
    <dgm:cxn modelId="{9CD2B128-375B-4A85-BDE4-9093577E7E44}" type="presParOf" srcId="{CE3FBAB0-D116-4E1A-90D0-C98A5E684775}" destId="{64B42194-2F36-478C-B4B4-9945FA3DB352}" srcOrd="1" destOrd="0" presId="urn:microsoft.com/office/officeart/2009/3/layout/StepUpProcess"/>
    <dgm:cxn modelId="{A5550D8D-FC87-4146-83B2-1A2FD035A93F}" type="presParOf" srcId="{CE3FBAB0-D116-4E1A-90D0-C98A5E684775}" destId="{35341B54-95C9-4FAE-A04C-49129D9FE8EE}" srcOrd="2" destOrd="0" presId="urn:microsoft.com/office/officeart/2009/3/layout/StepUpProcess"/>
    <dgm:cxn modelId="{030C756C-867E-461A-96D7-5A76E10C6A40}" type="presParOf" srcId="{1E98BF21-BD6C-42D5-887E-A44A12E08DCC}" destId="{09CE58C5-D5DB-4B24-8E98-F62470E9F3AC}" srcOrd="5" destOrd="0" presId="urn:microsoft.com/office/officeart/2009/3/layout/StepUpProcess"/>
    <dgm:cxn modelId="{88478FAB-1661-411B-A100-962DF770A41C}" type="presParOf" srcId="{09CE58C5-D5DB-4B24-8E98-F62470E9F3AC}" destId="{60CF50A9-69E3-4DBA-B5CA-2CBBAB7A602C}" srcOrd="0" destOrd="0" presId="urn:microsoft.com/office/officeart/2009/3/layout/StepUpProcess"/>
    <dgm:cxn modelId="{6D666EDE-68E1-45BE-977C-0FF7ACC1BB20}" type="presParOf" srcId="{1E98BF21-BD6C-42D5-887E-A44A12E08DCC}" destId="{BC9FF42D-DDDF-4466-9142-8192C257D1F3}" srcOrd="6" destOrd="0" presId="urn:microsoft.com/office/officeart/2009/3/layout/StepUpProcess"/>
    <dgm:cxn modelId="{02ED26E7-F061-496B-AE17-6C085EBCA0D3}" type="presParOf" srcId="{BC9FF42D-DDDF-4466-9142-8192C257D1F3}" destId="{2A44623E-33CC-46F9-9B2D-462A0E2AC4EF}" srcOrd="0" destOrd="0" presId="urn:microsoft.com/office/officeart/2009/3/layout/StepUpProcess"/>
    <dgm:cxn modelId="{368A170D-CC1D-4B66-BE84-1E22A3A6C54C}" type="presParOf" srcId="{BC9FF42D-DDDF-4466-9142-8192C257D1F3}" destId="{E1D02B1E-7E15-46D0-A603-D8F8DC98B1AE}" srcOrd="1" destOrd="0" presId="urn:microsoft.com/office/officeart/2009/3/layout/StepUpProcess"/>
    <dgm:cxn modelId="{3172A353-7343-4142-AB0D-770378C76F6B}" type="presParOf" srcId="{BC9FF42D-DDDF-4466-9142-8192C257D1F3}" destId="{AEA3D491-9ABB-4E35-9FA0-B19CD33076DF}" srcOrd="2" destOrd="0" presId="urn:microsoft.com/office/officeart/2009/3/layout/StepUpProcess"/>
    <dgm:cxn modelId="{694CE750-C793-4E0B-A6FB-CFF69136D016}" type="presParOf" srcId="{1E98BF21-BD6C-42D5-887E-A44A12E08DCC}" destId="{29653CE1-6C0B-4D96-9997-5C5A78D17CF1}" srcOrd="7" destOrd="0" presId="urn:microsoft.com/office/officeart/2009/3/layout/StepUpProcess"/>
    <dgm:cxn modelId="{0777CA8D-4DBC-4F19-A612-68ECACA410BB}" type="presParOf" srcId="{29653CE1-6C0B-4D96-9997-5C5A78D17CF1}" destId="{C9EAA059-0533-446A-9F97-91B22DDAF740}" srcOrd="0" destOrd="0" presId="urn:microsoft.com/office/officeart/2009/3/layout/StepUpProcess"/>
    <dgm:cxn modelId="{9A1DE17A-6D75-468F-814A-1CA56C0A69DB}" type="presParOf" srcId="{1E98BF21-BD6C-42D5-887E-A44A12E08DCC}" destId="{546399F6-DE98-42C7-A088-83CECBF92072}" srcOrd="8" destOrd="0" presId="urn:microsoft.com/office/officeart/2009/3/layout/StepUpProcess"/>
    <dgm:cxn modelId="{7624D8EC-E9C9-42E2-87DE-2A707FCFDF30}" type="presParOf" srcId="{546399F6-DE98-42C7-A088-83CECBF92072}" destId="{67A48AFA-1B90-45FE-A7C4-C1863A1EB5C1}" srcOrd="0" destOrd="0" presId="urn:microsoft.com/office/officeart/2009/3/layout/StepUpProcess"/>
    <dgm:cxn modelId="{502E8C91-6BBB-43CD-BD53-94BE3DFB0F5D}" type="presParOf" srcId="{546399F6-DE98-42C7-A088-83CECBF92072}" destId="{C558F142-17AC-4877-9208-83F7E999CE67}" srcOrd="1" destOrd="0" presId="urn:microsoft.com/office/officeart/2009/3/layout/StepUpProcess"/>
    <dgm:cxn modelId="{9375914D-D6AF-44FE-B19D-6C81C240816D}" type="presParOf" srcId="{546399F6-DE98-42C7-A088-83CECBF92072}" destId="{2C6F2C35-5817-4E50-BCCE-3C37CF969698}" srcOrd="2" destOrd="0" presId="urn:microsoft.com/office/officeart/2009/3/layout/StepUpProcess"/>
    <dgm:cxn modelId="{D0E1D418-7A18-40B1-9D6B-A1AC14C9FB03}" type="presParOf" srcId="{1E98BF21-BD6C-42D5-887E-A44A12E08DCC}" destId="{53A0B090-2B8F-4F60-9318-A7A9018479EE}" srcOrd="9" destOrd="0" presId="urn:microsoft.com/office/officeart/2009/3/layout/StepUpProcess"/>
    <dgm:cxn modelId="{B5A217F2-DEA7-4E87-9FE4-892350F85986}" type="presParOf" srcId="{53A0B090-2B8F-4F60-9318-A7A9018479EE}" destId="{FE76D8A3-6731-4C92-8747-39A8A3612A63}" srcOrd="0" destOrd="0" presId="urn:microsoft.com/office/officeart/2009/3/layout/StepUpProcess"/>
    <dgm:cxn modelId="{2B2BBA1B-815C-46FE-A115-64291319CFE0}" type="presParOf" srcId="{1E98BF21-BD6C-42D5-887E-A44A12E08DCC}" destId="{224A705C-792F-49C7-84F8-22B263F5A226}" srcOrd="10" destOrd="0" presId="urn:microsoft.com/office/officeart/2009/3/layout/StepUpProcess"/>
    <dgm:cxn modelId="{251A61E3-2F31-4F4C-AA9A-B644272BC093}" type="presParOf" srcId="{224A705C-792F-49C7-84F8-22B263F5A226}" destId="{CFD7BCE5-6874-4C9B-AA8D-4A47F9DE84C2}" srcOrd="0" destOrd="0" presId="urn:microsoft.com/office/officeart/2009/3/layout/StepUpProcess"/>
    <dgm:cxn modelId="{03BBF900-DDAA-46E9-A431-F9F4C2F812D3}" type="presParOf" srcId="{224A705C-792F-49C7-84F8-22B263F5A226}" destId="{3D9CE0BC-5B70-4D46-8484-8172527A74AA}" srcOrd="1" destOrd="0" presId="urn:microsoft.com/office/officeart/2009/3/layout/StepUpProcess"/>
    <dgm:cxn modelId="{6E264BA9-36FC-4FAE-8A31-41A63553D518}" type="presParOf" srcId="{224A705C-792F-49C7-84F8-22B263F5A226}" destId="{BBA46A9C-5A62-4B4C-891F-637C8BC9FDC8}" srcOrd="2" destOrd="0" presId="urn:microsoft.com/office/officeart/2009/3/layout/StepUpProcess"/>
    <dgm:cxn modelId="{9AAFB62C-A5F2-49C5-9371-AE04F61D5DAD}" type="presParOf" srcId="{1E98BF21-BD6C-42D5-887E-A44A12E08DCC}" destId="{D1EB3980-D5A4-48D1-93BD-86612B24053E}" srcOrd="11" destOrd="0" presId="urn:microsoft.com/office/officeart/2009/3/layout/StepUpProcess"/>
    <dgm:cxn modelId="{10617A4A-2BFE-495B-BBD4-D5DBD3292C08}" type="presParOf" srcId="{D1EB3980-D5A4-48D1-93BD-86612B24053E}" destId="{EB375CDD-D680-4A33-8291-A172C0799583}" srcOrd="0" destOrd="0" presId="urn:microsoft.com/office/officeart/2009/3/layout/StepUpProcess"/>
    <dgm:cxn modelId="{4F5CCC40-33B3-4F97-B8E2-FA98D2B5C4FE}" type="presParOf" srcId="{1E98BF21-BD6C-42D5-887E-A44A12E08DCC}" destId="{165966CC-7B2D-4740-8572-BAA969F345A8}" srcOrd="12" destOrd="0" presId="urn:microsoft.com/office/officeart/2009/3/layout/StepUpProcess"/>
    <dgm:cxn modelId="{A9CFBECB-C9FF-4C24-99EA-E3219192CD62}" type="presParOf" srcId="{165966CC-7B2D-4740-8572-BAA969F345A8}" destId="{956866B8-E4D7-4AB8-9485-74E804B08E7B}" srcOrd="0" destOrd="0" presId="urn:microsoft.com/office/officeart/2009/3/layout/StepUpProcess"/>
    <dgm:cxn modelId="{5AAA2416-98E9-4140-B528-0D1C37018E71}" type="presParOf" srcId="{165966CC-7B2D-4740-8572-BAA969F345A8}" destId="{AD7AB993-EE6F-4CC9-9679-7907FE89F6C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0F4DC-5C76-44A2-9DED-C5289214AD80}">
      <dsp:nvSpPr>
        <dsp:cNvPr id="0" name=""/>
        <dsp:cNvSpPr/>
      </dsp:nvSpPr>
      <dsp:spPr>
        <a:xfrm rot="5400000">
          <a:off x="285863" y="2744668"/>
          <a:ext cx="858904" cy="1429198"/>
        </a:xfrm>
        <a:prstGeom prst="corner">
          <a:avLst>
            <a:gd name="adj1" fmla="val 16120"/>
            <a:gd name="adj2" fmla="val 16110"/>
          </a:avLst>
        </a:prstGeom>
        <a:solidFill>
          <a:srgbClr val="FFFF0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47B569-96E9-46C1-BE0E-93492654FC02}">
      <dsp:nvSpPr>
        <dsp:cNvPr id="0" name=""/>
        <dsp:cNvSpPr/>
      </dsp:nvSpPr>
      <dsp:spPr>
        <a:xfrm>
          <a:off x="142491" y="3171690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Inspection Module</a:t>
          </a:r>
        </a:p>
      </dsp:txBody>
      <dsp:txXfrm>
        <a:off x="142491" y="3171690"/>
        <a:ext cx="1290288" cy="1131013"/>
      </dsp:txXfrm>
    </dsp:sp>
    <dsp:sp modelId="{779D2059-0F2F-4E12-AA2A-3A422A1DE766}">
      <dsp:nvSpPr>
        <dsp:cNvPr id="0" name=""/>
        <dsp:cNvSpPr/>
      </dsp:nvSpPr>
      <dsp:spPr>
        <a:xfrm>
          <a:off x="1189328" y="2639449"/>
          <a:ext cx="243450" cy="243450"/>
        </a:xfrm>
        <a:prstGeom prst="triangle">
          <a:avLst>
            <a:gd name="adj" fmla="val 100000"/>
          </a:avLst>
        </a:prstGeom>
        <a:solidFill>
          <a:srgbClr val="92D05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87D549-3D0C-4099-BFBB-B70AD634E334}">
      <dsp:nvSpPr>
        <dsp:cNvPr id="0" name=""/>
        <dsp:cNvSpPr/>
      </dsp:nvSpPr>
      <dsp:spPr>
        <a:xfrm rot="5400000">
          <a:off x="1865428" y="2353803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89684D-42C7-4821-9E86-21852EF47EAE}">
      <dsp:nvSpPr>
        <dsp:cNvPr id="0" name=""/>
        <dsp:cNvSpPr/>
      </dsp:nvSpPr>
      <dsp:spPr>
        <a:xfrm>
          <a:off x="1722056" y="2780825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DevOps Pipeline</a:t>
          </a:r>
        </a:p>
      </dsp:txBody>
      <dsp:txXfrm>
        <a:off x="1722056" y="2780825"/>
        <a:ext cx="1290288" cy="1131013"/>
      </dsp:txXfrm>
    </dsp:sp>
    <dsp:sp modelId="{99F0F4FA-1A2B-484E-BABB-92AE03DF4030}">
      <dsp:nvSpPr>
        <dsp:cNvPr id="0" name=""/>
        <dsp:cNvSpPr/>
      </dsp:nvSpPr>
      <dsp:spPr>
        <a:xfrm>
          <a:off x="2768894" y="2248584"/>
          <a:ext cx="243450" cy="24345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B5F497-6F03-4242-8A97-775666C9B297}">
      <dsp:nvSpPr>
        <dsp:cNvPr id="0" name=""/>
        <dsp:cNvSpPr/>
      </dsp:nvSpPr>
      <dsp:spPr>
        <a:xfrm rot="5400000">
          <a:off x="3444993" y="1962938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B42194-2F36-478C-B4B4-9945FA3DB352}">
      <dsp:nvSpPr>
        <dsp:cNvPr id="0" name=""/>
        <dsp:cNvSpPr/>
      </dsp:nvSpPr>
      <dsp:spPr>
        <a:xfrm>
          <a:off x="3292350" y="2362703"/>
          <a:ext cx="1474967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dependency Controller</a:t>
          </a:r>
        </a:p>
      </dsp:txBody>
      <dsp:txXfrm>
        <a:off x="3292350" y="2362703"/>
        <a:ext cx="1474967" cy="1131013"/>
      </dsp:txXfrm>
    </dsp:sp>
    <dsp:sp modelId="{35341B54-95C9-4FAE-A04C-49129D9FE8EE}">
      <dsp:nvSpPr>
        <dsp:cNvPr id="0" name=""/>
        <dsp:cNvSpPr/>
      </dsp:nvSpPr>
      <dsp:spPr>
        <a:xfrm>
          <a:off x="4348459" y="1857719"/>
          <a:ext cx="243450" cy="24345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44623E-33CC-46F9-9B2D-462A0E2AC4EF}">
      <dsp:nvSpPr>
        <dsp:cNvPr id="0" name=""/>
        <dsp:cNvSpPr/>
      </dsp:nvSpPr>
      <dsp:spPr>
        <a:xfrm rot="5400000">
          <a:off x="5024558" y="1572073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D02B1E-7E15-46D0-A603-D8F8DC98B1AE}">
      <dsp:nvSpPr>
        <dsp:cNvPr id="0" name=""/>
        <dsp:cNvSpPr/>
      </dsp:nvSpPr>
      <dsp:spPr>
        <a:xfrm>
          <a:off x="4881186" y="1999096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Portfolio Datastore</a:t>
          </a:r>
        </a:p>
      </dsp:txBody>
      <dsp:txXfrm>
        <a:off x="4881186" y="1999096"/>
        <a:ext cx="1290288" cy="1131013"/>
      </dsp:txXfrm>
    </dsp:sp>
    <dsp:sp modelId="{AEA3D491-9ABB-4E35-9FA0-B19CD33076DF}">
      <dsp:nvSpPr>
        <dsp:cNvPr id="0" name=""/>
        <dsp:cNvSpPr/>
      </dsp:nvSpPr>
      <dsp:spPr>
        <a:xfrm>
          <a:off x="5928024" y="1466854"/>
          <a:ext cx="243450" cy="24345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A48AFA-1B90-45FE-A7C4-C1863A1EB5C1}">
      <dsp:nvSpPr>
        <dsp:cNvPr id="0" name=""/>
        <dsp:cNvSpPr/>
      </dsp:nvSpPr>
      <dsp:spPr>
        <a:xfrm rot="5400000">
          <a:off x="6604124" y="1181208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58F142-17AC-4877-9208-83F7E999CE67}">
      <dsp:nvSpPr>
        <dsp:cNvPr id="0" name=""/>
        <dsp:cNvSpPr/>
      </dsp:nvSpPr>
      <dsp:spPr>
        <a:xfrm>
          <a:off x="6460751" y="1608231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IRB Datastore</a:t>
          </a:r>
        </a:p>
      </dsp:txBody>
      <dsp:txXfrm>
        <a:off x="6460751" y="1608231"/>
        <a:ext cx="1290288" cy="1131013"/>
      </dsp:txXfrm>
    </dsp:sp>
    <dsp:sp modelId="{2C6F2C35-5817-4E50-BCCE-3C37CF969698}">
      <dsp:nvSpPr>
        <dsp:cNvPr id="0" name=""/>
        <dsp:cNvSpPr/>
      </dsp:nvSpPr>
      <dsp:spPr>
        <a:xfrm>
          <a:off x="7507589" y="1075989"/>
          <a:ext cx="243450" cy="24345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D7BCE5-6874-4C9B-AA8D-4A47F9DE84C2}">
      <dsp:nvSpPr>
        <dsp:cNvPr id="0" name=""/>
        <dsp:cNvSpPr/>
      </dsp:nvSpPr>
      <dsp:spPr>
        <a:xfrm rot="5400000">
          <a:off x="8183689" y="790343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9CE0BC-5B70-4D46-8484-8172527A74AA}">
      <dsp:nvSpPr>
        <dsp:cNvPr id="0" name=""/>
        <dsp:cNvSpPr/>
      </dsp:nvSpPr>
      <dsp:spPr>
        <a:xfrm>
          <a:off x="8040316" y="1217366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RWA Datastore</a:t>
          </a:r>
        </a:p>
      </dsp:txBody>
      <dsp:txXfrm>
        <a:off x="8040316" y="1217366"/>
        <a:ext cx="1290288" cy="1131013"/>
      </dsp:txXfrm>
    </dsp:sp>
    <dsp:sp modelId="{BBA46A9C-5A62-4B4C-891F-637C8BC9FDC8}">
      <dsp:nvSpPr>
        <dsp:cNvPr id="0" name=""/>
        <dsp:cNvSpPr/>
      </dsp:nvSpPr>
      <dsp:spPr>
        <a:xfrm>
          <a:off x="9087154" y="685124"/>
          <a:ext cx="243450" cy="243450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6866B8-E4D7-4AB8-9485-74E804B08E7B}">
      <dsp:nvSpPr>
        <dsp:cNvPr id="0" name=""/>
        <dsp:cNvSpPr/>
      </dsp:nvSpPr>
      <dsp:spPr>
        <a:xfrm rot="5400000">
          <a:off x="9763254" y="399478"/>
          <a:ext cx="858904" cy="142919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7AB993-EE6F-4CC9-9679-7907FE89F6CD}">
      <dsp:nvSpPr>
        <dsp:cNvPr id="0" name=""/>
        <dsp:cNvSpPr/>
      </dsp:nvSpPr>
      <dsp:spPr>
        <a:xfrm>
          <a:off x="9619881" y="826501"/>
          <a:ext cx="1290288" cy="1131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CORP Datastore</a:t>
          </a:r>
        </a:p>
      </dsp:txBody>
      <dsp:txXfrm>
        <a:off x="9619881" y="826501"/>
        <a:ext cx="1290288" cy="1131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A1C19B-7BC9-5DBC-E0BA-7170D3C38B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CB683-CAF1-2C6F-F8D8-6A0D7857D0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845F2-9AC8-41FF-90C2-EF3052E379FF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936A8-DCBE-D07D-D6E6-1A573BE729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8206B-6EC4-030A-5545-280AAB1194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903D3-DAD7-4952-AB8E-6F7790343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9656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63ED3-63C7-41AD-ADF0-CF39FE59CC51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819DC-67BF-4375-AF6D-506B2CCD82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768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819DC-67BF-4375-AF6D-506B2CCD823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7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4AD4-0C28-2ACE-45AC-7715E78A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9D2D5-313C-FAB2-4361-A86D0A0F9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CAD07-2073-31D1-EE7A-D2B0D475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99E18-8A2F-B2F2-E9F7-BB58492D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7EDEE-8025-F991-02B4-943281CD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2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0D07-B601-F46C-CD67-65A4A05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04E4A-2EC9-AAE5-F50A-020697C92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FC7A-421B-78CA-52E6-09077BF4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0917C-DDDB-A246-1817-6D630129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E9125-7635-C8DE-0DDF-F86B155E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9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5072-7B18-B330-10BA-A6AC175F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1FBF-903B-AF08-6A5E-E44520AF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B0539-4E4C-AAE1-5AEF-5EDC219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B6BB9-0107-AF2B-41B2-B1CE87A6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AD463-6D14-4925-63F8-4638DF3E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6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555F-B86B-3C9B-9228-832698FD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B405-B998-CA12-5B01-655653116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4323D-2DC0-F10A-6D93-4045F144E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971B7-A9E9-5BB1-9CF3-0D66F844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BDB9A-FD17-15EF-1473-AE9F6F76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307E-2B3D-7483-4814-EA445C29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10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4EAC-80BF-A391-5EB6-BA4BCB86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EE183-78E5-CC8B-30D4-249DF7C48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8B08A-DACD-8AF0-65AE-F33632410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6130D-8605-FBA2-BDD0-81739F157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5C4D0-3357-9E73-386A-E0A4216C4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59701-C81F-2F02-7ECB-D90F4298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B628AD-2116-E391-2133-1B25C5C2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61CDB-10E9-A8AD-B59C-9A71529B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02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B5A4-7287-682D-105A-8F238703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BB754-A287-7660-8174-DC7C2031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13250-6839-DF01-586D-53650EA7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C93FB-283C-71AD-46DC-519BDC82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DEDC5-C81E-E619-9B09-34A51517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581A0-C912-DDD0-FE79-FB30993A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2B289-4D87-38DC-5269-CE34777A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5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CD4E-412D-2DA7-8586-C29E23BE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8AB3C-8009-2A40-5C45-BFB95244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E8134-22EB-834C-2DFC-B97884F9D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AAD22-0B4D-5946-9557-62C8D429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48C0A-6C6B-DBD6-9564-F72EB51A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E0672-240C-7E43-E697-775EBCA5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32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8597-11CB-D3BB-1AC8-AC1AB579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2628B-EFA0-8C64-BE04-B4C4F628F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0303F-206C-0045-CDC7-37CB65F82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87A25-C430-7C92-0214-A991ACBE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6F4C-2317-AA45-E7CD-5F38C7C4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31FA2-7579-C8BD-3472-1118E3B9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67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FADD-EDE0-B195-67D8-DC838ACD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FD821-6EF2-E9BA-A8EF-B006CE1D5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662E6-C054-4F00-812B-625B2007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B696-B5E6-5E31-C05C-EEC98AFE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59A7-6894-F136-EBF9-78293BD6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09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C9E8-2A5D-EFEE-16AC-096A0B556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C78CA-71CB-E994-07F1-84B8470F9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B7D0-16AB-D863-2E2E-611762C6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3FFD4-0467-FF7B-771D-5DA60371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B0152-22B8-3571-3E04-7B8DA51F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5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4595C-FD7F-A5BF-C8C8-3792FBCA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A1EF-5D29-3E53-96B1-8B237EA68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0700B-0C1F-A616-863B-C6CD04665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A331F-AE8F-4DB7-8FA1-CE000C24D44C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E3F54-71A7-CC40-EB03-AB4156B2C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0794D-2B21-93DB-C3EB-5DAE39541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28789-DE3F-4038-BEF4-19DE94B127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4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E6D1-003C-2A01-1509-F40C100DD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1032"/>
            <a:ext cx="9144000" cy="2387600"/>
          </a:xfrm>
        </p:spPr>
        <p:txBody>
          <a:bodyPr/>
          <a:lstStyle/>
          <a:p>
            <a:r>
              <a:rPr lang="en-US" dirty="0" err="1"/>
              <a:t>nBif</a:t>
            </a:r>
            <a:r>
              <a:rPr lang="en-US"/>
              <a:t> Automation </a:t>
            </a:r>
            <a:br>
              <a:rPr lang="en-US" dirty="0"/>
            </a:br>
            <a:r>
              <a:rPr lang="en-US" dirty="0"/>
              <a:t>Scope, Approach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254732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8A3A-1E2D-348D-5B75-D28E0634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B91E-B465-B63D-B228-97BB6263F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Integration Testing - </a:t>
            </a:r>
            <a:r>
              <a:rPr lang="en-US" sz="2400" dirty="0"/>
              <a:t>In scope</a:t>
            </a:r>
            <a:endParaRPr lang="en-US" dirty="0"/>
          </a:p>
          <a:p>
            <a:r>
              <a:rPr lang="en-US" dirty="0"/>
              <a:t>System Testing</a:t>
            </a:r>
          </a:p>
          <a:p>
            <a:r>
              <a:rPr lang="en-US" dirty="0"/>
              <a:t>Regression testing - </a:t>
            </a:r>
            <a:r>
              <a:rPr lang="en-US" sz="2400" dirty="0"/>
              <a:t>In scope</a:t>
            </a:r>
            <a:endParaRPr lang="en-US" dirty="0"/>
          </a:p>
          <a:p>
            <a:r>
              <a:rPr lang="en-US" dirty="0"/>
              <a:t>UAT testing</a:t>
            </a:r>
          </a:p>
        </p:txBody>
      </p:sp>
    </p:spTree>
    <p:extLst>
      <p:ext uri="{BB962C8B-B14F-4D97-AF65-F5344CB8AC3E}">
        <p14:creationId xmlns:p14="http://schemas.microsoft.com/office/powerpoint/2010/main" val="151421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685E-00BB-4CED-253E-E27A4304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scope &amp; roadmap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4C8CBCC-DD77-8185-779D-C88225F18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076597"/>
              </p:ext>
            </p:extLst>
          </p:nvPr>
        </p:nvGraphicFramePr>
        <p:xfrm>
          <a:off x="640556" y="1079500"/>
          <a:ext cx="10910887" cy="4987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029613F-F743-7A2C-2660-9233DC48FB9F}"/>
              </a:ext>
            </a:extLst>
          </p:cNvPr>
          <p:cNvSpPr txBox="1"/>
          <p:nvPr/>
        </p:nvSpPr>
        <p:spPr>
          <a:xfrm>
            <a:off x="9017477" y="4057650"/>
            <a:ext cx="3174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Functional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Integration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Test data setup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Role based testing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Positive and Negative testing</a:t>
            </a:r>
          </a:p>
        </p:txBody>
      </p:sp>
    </p:spTree>
    <p:extLst>
      <p:ext uri="{BB962C8B-B14F-4D97-AF65-F5344CB8AC3E}">
        <p14:creationId xmlns:p14="http://schemas.microsoft.com/office/powerpoint/2010/main" val="304019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C26A-D0BC-2351-061E-2A9AB3D8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2B1A-C9DC-7EE4-5502-513326BC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93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err="1"/>
              <a:t>nBIF</a:t>
            </a:r>
            <a:r>
              <a:rPr lang="en-US" sz="4000" dirty="0"/>
              <a:t> Unified: Automation Approach &amp; strategy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153A5C-25E9-CF35-2F94-F2D701B93557}"/>
              </a:ext>
            </a:extLst>
          </p:cNvPr>
          <p:cNvCxnSpPr>
            <a:cxnSpLocks/>
          </p:cNvCxnSpPr>
          <p:nvPr/>
        </p:nvCxnSpPr>
        <p:spPr>
          <a:xfrm>
            <a:off x="6096000" y="1243013"/>
            <a:ext cx="0" cy="521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FDD1D6-4687-9B35-4495-9FD978E5B7BF}"/>
              </a:ext>
            </a:extLst>
          </p:cNvPr>
          <p:cNvSpPr txBox="1"/>
          <p:nvPr/>
        </p:nvSpPr>
        <p:spPr>
          <a:xfrm>
            <a:off x="993117" y="1149743"/>
            <a:ext cx="510288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framework: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Reqnroll</a:t>
            </a:r>
            <a:r>
              <a:rPr lang="en-US" dirty="0"/>
              <a:t> + C#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BDD framework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goals: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Early detection of issues / defects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Qualitative checks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Process health check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strategy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n+1 strategy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Phase wise strategy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criteria: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Critical process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Business impact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Repetitive task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Production issues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45A5E-DDBF-8D3D-B9D3-D3AF40EBFB49}"/>
              </a:ext>
            </a:extLst>
          </p:cNvPr>
          <p:cNvSpPr txBox="1"/>
          <p:nvPr/>
        </p:nvSpPr>
        <p:spPr>
          <a:xfrm>
            <a:off x="6605566" y="1233482"/>
            <a:ext cx="558643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 Life cycle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Manual hands-on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Feasibility analysis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Design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Development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Execution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Enhancement / Maintenance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Phase out / Obsolete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Application under testing: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n-Bridge 365 application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Azure Resources (ADF, LA &amp; SQL DB)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 in scope: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Dev environment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Test environment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Azure DevOps Integration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0824-C732-9A55-5D28-137A9456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37" y="80295"/>
            <a:ext cx="10515600" cy="1325563"/>
          </a:xfrm>
        </p:spPr>
        <p:txBody>
          <a:bodyPr/>
          <a:lstStyle/>
          <a:p>
            <a:r>
              <a:rPr lang="en-US" dirty="0"/>
              <a:t>Automation scope in Inspection Module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049E4A-CCFF-C34B-0B6C-181CD3662165}"/>
              </a:ext>
            </a:extLst>
          </p:cNvPr>
          <p:cNvGrpSpPr/>
          <p:nvPr/>
        </p:nvGrpSpPr>
        <p:grpSpPr>
          <a:xfrm>
            <a:off x="516731" y="1405858"/>
            <a:ext cx="11158537" cy="5348299"/>
            <a:chOff x="700088" y="1376357"/>
            <a:chExt cx="11158537" cy="534829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C7D733-47CF-477E-DBEF-FAAE72B6F6ED}"/>
                </a:ext>
              </a:extLst>
            </p:cNvPr>
            <p:cNvSpPr/>
            <p:nvPr/>
          </p:nvSpPr>
          <p:spPr>
            <a:xfrm>
              <a:off x="2252665" y="2014529"/>
              <a:ext cx="7734298" cy="10890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Portfolio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LA / ADF / SQL DB 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38246F-2135-33C7-1A49-476DC7E67F27}"/>
                </a:ext>
              </a:extLst>
            </p:cNvPr>
            <p:cNvSpPr/>
            <p:nvPr/>
          </p:nvSpPr>
          <p:spPr>
            <a:xfrm>
              <a:off x="700088" y="1376358"/>
              <a:ext cx="485776" cy="333851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GRFD / GRFD-2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516413-A300-C1AD-2B53-4CCEB22734A5}"/>
                </a:ext>
              </a:extLst>
            </p:cNvPr>
            <p:cNvSpPr/>
            <p:nvPr/>
          </p:nvSpPr>
          <p:spPr>
            <a:xfrm>
              <a:off x="1373329" y="1376357"/>
              <a:ext cx="657226" cy="333851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CADDI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526FC4-00E5-DB6B-9884-CC168BCF259A}"/>
                </a:ext>
              </a:extLst>
            </p:cNvPr>
            <p:cNvSpPr/>
            <p:nvPr/>
          </p:nvSpPr>
          <p:spPr>
            <a:xfrm>
              <a:off x="10696575" y="1376357"/>
              <a:ext cx="657225" cy="333851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Calculator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8024A-45CE-5AFA-BF1B-7B05F2C999E3}"/>
                </a:ext>
              </a:extLst>
            </p:cNvPr>
            <p:cNvSpPr/>
            <p:nvPr/>
          </p:nvSpPr>
          <p:spPr>
            <a:xfrm>
              <a:off x="2252661" y="4786310"/>
              <a:ext cx="7734298" cy="64633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</a:rPr>
                <a:t>Inspection Module (n-Bridge 365 application)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F0B1929-1832-9193-EB9A-BB5E54EC12D0}"/>
                </a:ext>
              </a:extLst>
            </p:cNvPr>
            <p:cNvSpPr/>
            <p:nvPr/>
          </p:nvSpPr>
          <p:spPr>
            <a:xfrm>
              <a:off x="2252661" y="1376358"/>
              <a:ext cx="7734298" cy="43100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</a:rPr>
                <a:t>Orchestrator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EC4A5E-511B-DD8F-3540-CF5E2AA1EB87}"/>
                </a:ext>
              </a:extLst>
            </p:cNvPr>
            <p:cNvSpPr/>
            <p:nvPr/>
          </p:nvSpPr>
          <p:spPr>
            <a:xfrm>
              <a:off x="2252661" y="3402790"/>
              <a:ext cx="1119854" cy="70219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LA Initialize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B29D68-9C59-F293-6F90-FBC927802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2588" y="4130733"/>
              <a:ext cx="0" cy="584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0B498A-AD3C-DB9E-BC92-4274BC05FC6B}"/>
                </a:ext>
              </a:extLst>
            </p:cNvPr>
            <p:cNvSpPr txBox="1"/>
            <p:nvPr/>
          </p:nvSpPr>
          <p:spPr>
            <a:xfrm>
              <a:off x="2797524" y="4152310"/>
              <a:ext cx="11198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Fresh Run / Rerun / Restart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5BC644A-FC92-5873-61C7-53418F12F1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7524" y="3133610"/>
              <a:ext cx="776" cy="243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8E4B606-1ADA-561E-2AA9-2A2F8DB6EDE8}"/>
                </a:ext>
              </a:extLst>
            </p:cNvPr>
            <p:cNvGrpSpPr/>
            <p:nvPr/>
          </p:nvGrpSpPr>
          <p:grpSpPr>
            <a:xfrm>
              <a:off x="3178001" y="3133610"/>
              <a:ext cx="3857708" cy="1665031"/>
              <a:chOff x="2849381" y="3133610"/>
              <a:chExt cx="3857708" cy="1665031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918BAC5-4D4C-A027-981C-7ADFD82D071C}"/>
                  </a:ext>
                </a:extLst>
              </p:cNvPr>
              <p:cNvGrpSpPr/>
              <p:nvPr/>
            </p:nvGrpSpPr>
            <p:grpSpPr>
              <a:xfrm>
                <a:off x="5323536" y="3133610"/>
                <a:ext cx="1298106" cy="1665031"/>
                <a:chOff x="3812049" y="3133610"/>
                <a:chExt cx="1298106" cy="1665031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BBD2037-DB15-AB8D-3201-06EFD2A97E53}"/>
                    </a:ext>
                  </a:extLst>
                </p:cNvPr>
                <p:cNvSpPr/>
                <p:nvPr/>
              </p:nvSpPr>
              <p:spPr>
                <a:xfrm>
                  <a:off x="3812049" y="3402790"/>
                  <a:ext cx="1119854" cy="70219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SQL DB Update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5A13CF85-E78D-0A23-DA46-F7F18138D3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71976" y="4130733"/>
                  <a:ext cx="0" cy="5841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556182E-3C6E-5094-059B-A8034B5D7A2D}"/>
                    </a:ext>
                  </a:extLst>
                </p:cNvPr>
                <p:cNvSpPr txBox="1"/>
                <p:nvPr/>
              </p:nvSpPr>
              <p:spPr>
                <a:xfrm>
                  <a:off x="4256896" y="4152310"/>
                  <a:ext cx="85325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Manage Batch Status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0BCCF5D-60B3-4C58-6EA3-F83FD9FE2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56912" y="3133610"/>
                  <a:ext cx="776" cy="2436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17CF52A-65B0-5D39-9640-62B091862B32}"/>
                  </a:ext>
                </a:extLst>
              </p:cNvPr>
              <p:cNvGrpSpPr/>
              <p:nvPr/>
            </p:nvGrpSpPr>
            <p:grpSpPr>
              <a:xfrm>
                <a:off x="2849381" y="4328483"/>
                <a:ext cx="3857708" cy="391305"/>
                <a:chOff x="-5904233" y="5449088"/>
                <a:chExt cx="6807707" cy="560355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9ADD7E1-93AE-B20E-F6D7-224F1E13F368}"/>
                    </a:ext>
                  </a:extLst>
                </p:cNvPr>
                <p:cNvCxnSpPr/>
                <p:nvPr/>
              </p:nvCxnSpPr>
              <p:spPr>
                <a:xfrm>
                  <a:off x="500063" y="5686420"/>
                  <a:ext cx="200025" cy="142880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55D6536-9081-072C-B78E-8D821F2CB4B9}"/>
                    </a:ext>
                  </a:extLst>
                </p:cNvPr>
                <p:cNvCxnSpPr/>
                <p:nvPr/>
              </p:nvCxnSpPr>
              <p:spPr>
                <a:xfrm flipV="1">
                  <a:off x="660586" y="5449088"/>
                  <a:ext cx="242888" cy="380212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15D1F03-BBE6-0BB2-FDE1-68B54D9CEB41}"/>
                    </a:ext>
                  </a:extLst>
                </p:cNvPr>
                <p:cNvCxnSpPr/>
                <p:nvPr/>
              </p:nvCxnSpPr>
              <p:spPr>
                <a:xfrm>
                  <a:off x="-5904233" y="5866563"/>
                  <a:ext cx="200025" cy="142880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E0AF4F3-44E1-76E5-1F5B-5A74D893BF6A}"/>
                    </a:ext>
                  </a:extLst>
                </p:cNvPr>
                <p:cNvCxnSpPr/>
                <p:nvPr/>
              </p:nvCxnSpPr>
              <p:spPr>
                <a:xfrm flipV="1">
                  <a:off x="-5743710" y="5629226"/>
                  <a:ext cx="242888" cy="380212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A6CCA5B-4188-047B-CA44-3DA357037B75}"/>
                </a:ext>
              </a:extLst>
            </p:cNvPr>
            <p:cNvGrpSpPr/>
            <p:nvPr/>
          </p:nvGrpSpPr>
          <p:grpSpPr>
            <a:xfrm>
              <a:off x="3926353" y="3133610"/>
              <a:ext cx="1340970" cy="1604781"/>
              <a:chOff x="3812049" y="3133610"/>
              <a:chExt cx="1340970" cy="160478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7C19CAF-5D91-2392-693C-2F542ED4532E}"/>
                  </a:ext>
                </a:extLst>
              </p:cNvPr>
              <p:cNvGrpSpPr/>
              <p:nvPr/>
            </p:nvGrpSpPr>
            <p:grpSpPr>
              <a:xfrm>
                <a:off x="3812049" y="3133610"/>
                <a:ext cx="1340970" cy="1581258"/>
                <a:chOff x="3812049" y="3133610"/>
                <a:chExt cx="1340970" cy="1581258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9149A5C9-D8D5-1715-4566-C228516FCA44}"/>
                    </a:ext>
                  </a:extLst>
                </p:cNvPr>
                <p:cNvSpPr/>
                <p:nvPr/>
              </p:nvSpPr>
              <p:spPr>
                <a:xfrm>
                  <a:off x="3812049" y="3402790"/>
                  <a:ext cx="1119854" cy="70219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SQL DB Update</a:t>
                  </a:r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89AEEA0D-EADC-3580-B772-D001FA8CC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71976" y="4130733"/>
                  <a:ext cx="0" cy="5841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9FA20C9-5757-1D43-0FE3-60657BA9463D}"/>
                    </a:ext>
                  </a:extLst>
                </p:cNvPr>
                <p:cNvSpPr txBox="1"/>
                <p:nvPr/>
              </p:nvSpPr>
              <p:spPr>
                <a:xfrm>
                  <a:off x="4299760" y="4138022"/>
                  <a:ext cx="85325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Validate / Decline</a:t>
                  </a:r>
                </a:p>
              </p:txBody>
            </p: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0C75605-AA2B-2D35-B006-5EC866C4B9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56912" y="3133610"/>
                  <a:ext cx="776" cy="2436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13E8217-E766-8B87-80F3-905D6672D67C}"/>
                  </a:ext>
                </a:extLst>
              </p:cNvPr>
              <p:cNvGrpSpPr/>
              <p:nvPr/>
            </p:nvGrpSpPr>
            <p:grpSpPr>
              <a:xfrm>
                <a:off x="4850822" y="4472883"/>
                <a:ext cx="242888" cy="265508"/>
                <a:chOff x="500063" y="5469549"/>
                <a:chExt cx="428625" cy="380212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FCF2E52-8878-D0F5-683B-7BF283949E37}"/>
                    </a:ext>
                  </a:extLst>
                </p:cNvPr>
                <p:cNvCxnSpPr/>
                <p:nvPr/>
              </p:nvCxnSpPr>
              <p:spPr>
                <a:xfrm>
                  <a:off x="500063" y="5686420"/>
                  <a:ext cx="200025" cy="142880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507817B-0D7D-F980-7FE2-098C1D71D6D7}"/>
                    </a:ext>
                  </a:extLst>
                </p:cNvPr>
                <p:cNvCxnSpPr/>
                <p:nvPr/>
              </p:nvCxnSpPr>
              <p:spPr>
                <a:xfrm flipV="1">
                  <a:off x="685800" y="5469549"/>
                  <a:ext cx="242888" cy="380212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5D5829A-BE84-A927-C565-D75AB23DD521}"/>
                </a:ext>
              </a:extLst>
            </p:cNvPr>
            <p:cNvSpPr/>
            <p:nvPr/>
          </p:nvSpPr>
          <p:spPr>
            <a:xfrm>
              <a:off x="3000375" y="6043613"/>
              <a:ext cx="6200775" cy="43777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916D1B9-F49E-1E4A-21EC-BC8FE10B35B5}"/>
                </a:ext>
              </a:extLst>
            </p:cNvPr>
            <p:cNvCxnSpPr/>
            <p:nvPr/>
          </p:nvCxnSpPr>
          <p:spPr>
            <a:xfrm>
              <a:off x="3717346" y="5489793"/>
              <a:ext cx="0" cy="453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1611C17-7B33-9FEF-31A7-B078754E8A19}"/>
                </a:ext>
              </a:extLst>
            </p:cNvPr>
            <p:cNvSpPr txBox="1"/>
            <p:nvPr/>
          </p:nvSpPr>
          <p:spPr>
            <a:xfrm>
              <a:off x="2778577" y="5504083"/>
              <a:ext cx="931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Business Consumer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8868F54-D13D-6FA2-D52B-84EBE9C5C405}"/>
                </a:ext>
              </a:extLst>
            </p:cNvPr>
            <p:cNvSpPr txBox="1"/>
            <p:nvPr/>
          </p:nvSpPr>
          <p:spPr>
            <a:xfrm>
              <a:off x="4014457" y="5504083"/>
              <a:ext cx="931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Business User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8AB944-A2EB-7C48-C183-B77CB909D98E}"/>
                </a:ext>
              </a:extLst>
            </p:cNvPr>
            <p:cNvSpPr txBox="1"/>
            <p:nvPr/>
          </p:nvSpPr>
          <p:spPr>
            <a:xfrm>
              <a:off x="5438775" y="5504083"/>
              <a:ext cx="615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Batch Agent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7FA3FB-F247-0386-7AA5-72AFAB47A3D2}"/>
                </a:ext>
              </a:extLst>
            </p:cNvPr>
            <p:cNvSpPr txBox="1"/>
            <p:nvPr/>
          </p:nvSpPr>
          <p:spPr>
            <a:xfrm>
              <a:off x="6369878" y="5504083"/>
              <a:ext cx="1316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Resume/Stop Batch Run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2435697-9E42-5CD4-54D9-83A88CC7F316}"/>
                </a:ext>
              </a:extLst>
            </p:cNvPr>
            <p:cNvGrpSpPr/>
            <p:nvPr/>
          </p:nvGrpSpPr>
          <p:grpSpPr>
            <a:xfrm>
              <a:off x="8962626" y="3133610"/>
              <a:ext cx="1298106" cy="1581258"/>
              <a:chOff x="3812049" y="3133610"/>
              <a:chExt cx="1298106" cy="158125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BED365A-13F1-A62C-3370-3A8672F7B232}"/>
                  </a:ext>
                </a:extLst>
              </p:cNvPr>
              <p:cNvSpPr/>
              <p:nvPr/>
            </p:nvSpPr>
            <p:spPr>
              <a:xfrm>
                <a:off x="3812049" y="3402790"/>
                <a:ext cx="1119854" cy="70219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DB update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F780C9A-130F-3BD7-F098-9F9BAD8078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1976" y="4130733"/>
                <a:ext cx="0" cy="5841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896F49-D7C2-E579-5CE5-DCD415A492D3}"/>
                  </a:ext>
                </a:extLst>
              </p:cNvPr>
              <p:cNvSpPr txBox="1"/>
              <p:nvPr/>
            </p:nvSpPr>
            <p:spPr>
              <a:xfrm>
                <a:off x="4256896" y="4152310"/>
                <a:ext cx="8532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Stop</a:t>
                </a: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9221B96E-90F7-796D-3A04-E200CA4545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56912" y="3133610"/>
                <a:ext cx="776" cy="243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D663DA9-14DA-2925-2997-6C3FB7D77EEE}"/>
                </a:ext>
              </a:extLst>
            </p:cNvPr>
            <p:cNvCxnSpPr/>
            <p:nvPr/>
          </p:nvCxnSpPr>
          <p:spPr>
            <a:xfrm>
              <a:off x="4905587" y="5489793"/>
              <a:ext cx="0" cy="453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3986385-58D7-54BB-8A6F-F0F3AB8FAA00}"/>
                </a:ext>
              </a:extLst>
            </p:cNvPr>
            <p:cNvCxnSpPr/>
            <p:nvPr/>
          </p:nvCxnSpPr>
          <p:spPr>
            <a:xfrm>
              <a:off x="6230569" y="5489793"/>
              <a:ext cx="0" cy="453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FAC9AB3-833D-FD7D-6C88-D3B3E1173B6F}"/>
                </a:ext>
              </a:extLst>
            </p:cNvPr>
            <p:cNvCxnSpPr/>
            <p:nvPr/>
          </p:nvCxnSpPr>
          <p:spPr>
            <a:xfrm>
              <a:off x="7543792" y="5489793"/>
              <a:ext cx="0" cy="453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D656BA-20ED-D8A6-C4A7-FFBC0095EE4E}"/>
                </a:ext>
              </a:extLst>
            </p:cNvPr>
            <p:cNvSpPr txBox="1"/>
            <p:nvPr/>
          </p:nvSpPr>
          <p:spPr>
            <a:xfrm>
              <a:off x="7890292" y="5589811"/>
              <a:ext cx="931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Admin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8E3AF1F-9E74-B929-601F-7EA01FE5DFC9}"/>
                </a:ext>
              </a:extLst>
            </p:cNvPr>
            <p:cNvCxnSpPr/>
            <p:nvPr/>
          </p:nvCxnSpPr>
          <p:spPr>
            <a:xfrm>
              <a:off x="8693863" y="5489793"/>
              <a:ext cx="0" cy="4538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01AC3E4-B4F0-8F89-4CDB-AB94D3145FDD}"/>
                </a:ext>
              </a:extLst>
            </p:cNvPr>
            <p:cNvGrpSpPr/>
            <p:nvPr/>
          </p:nvGrpSpPr>
          <p:grpSpPr>
            <a:xfrm>
              <a:off x="7335282" y="3133610"/>
              <a:ext cx="1298106" cy="1581258"/>
              <a:chOff x="6820926" y="3133610"/>
              <a:chExt cx="1298106" cy="1581258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B6CC347-4CD2-F108-3562-9AFCC0522283}"/>
                  </a:ext>
                </a:extLst>
              </p:cNvPr>
              <p:cNvGrpSpPr/>
              <p:nvPr/>
            </p:nvGrpSpPr>
            <p:grpSpPr>
              <a:xfrm>
                <a:off x="6820926" y="3133610"/>
                <a:ext cx="1298106" cy="1581258"/>
                <a:chOff x="3812049" y="3133610"/>
                <a:chExt cx="1298106" cy="1581258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7C1318D-D34E-3A68-206C-8FF5BD7EECA6}"/>
                    </a:ext>
                  </a:extLst>
                </p:cNvPr>
                <p:cNvSpPr/>
                <p:nvPr/>
              </p:nvSpPr>
              <p:spPr>
                <a:xfrm>
                  <a:off x="3812049" y="3402790"/>
                  <a:ext cx="1119854" cy="70219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LA trigger</a:t>
                  </a: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AE930DC-1B61-869D-0BDB-3C2360EC4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71976" y="4130733"/>
                  <a:ext cx="0" cy="5841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847964E-AD7E-EBE9-9EC4-69F735B4C778}"/>
                    </a:ext>
                  </a:extLst>
                </p:cNvPr>
                <p:cNvSpPr txBox="1"/>
                <p:nvPr/>
              </p:nvSpPr>
              <p:spPr>
                <a:xfrm>
                  <a:off x="4256896" y="4152310"/>
                  <a:ext cx="8532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Resume</a:t>
                  </a:r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50FA3A55-AEAD-506A-B224-00D1C685BD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56912" y="3133610"/>
                  <a:ext cx="776" cy="2436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EB26B780-40FF-D327-7D60-17B7FDBC2152}"/>
                  </a:ext>
                </a:extLst>
              </p:cNvPr>
              <p:cNvGrpSpPr/>
              <p:nvPr/>
            </p:nvGrpSpPr>
            <p:grpSpPr>
              <a:xfrm>
                <a:off x="7769332" y="4328480"/>
                <a:ext cx="228600" cy="265508"/>
                <a:chOff x="500063" y="5449088"/>
                <a:chExt cx="403411" cy="380212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9E0F8BB-CDC8-03E6-850A-01F080344B71}"/>
                    </a:ext>
                  </a:extLst>
                </p:cNvPr>
                <p:cNvCxnSpPr/>
                <p:nvPr/>
              </p:nvCxnSpPr>
              <p:spPr>
                <a:xfrm>
                  <a:off x="500063" y="5686420"/>
                  <a:ext cx="200025" cy="142880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114B9837-7372-400F-E6B4-59567CA5FD1F}"/>
                    </a:ext>
                  </a:extLst>
                </p:cNvPr>
                <p:cNvCxnSpPr/>
                <p:nvPr/>
              </p:nvCxnSpPr>
              <p:spPr>
                <a:xfrm flipV="1">
                  <a:off x="660586" y="5449088"/>
                  <a:ext cx="242888" cy="380212"/>
                </a:xfrm>
                <a:prstGeom prst="line">
                  <a:avLst/>
                </a:prstGeom>
                <a:ln w="57150"/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F4C5254-BCC3-B0DF-0E34-C4903F10ED3A}"/>
                </a:ext>
              </a:extLst>
            </p:cNvPr>
            <p:cNvGrpSpPr/>
            <p:nvPr/>
          </p:nvGrpSpPr>
          <p:grpSpPr>
            <a:xfrm>
              <a:off x="9844097" y="4383142"/>
              <a:ext cx="228600" cy="265508"/>
              <a:chOff x="500063" y="5449088"/>
              <a:chExt cx="403411" cy="380212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55709FB-3AE3-3EF5-233D-DFD3BAF0441B}"/>
                  </a:ext>
                </a:extLst>
              </p:cNvPr>
              <p:cNvCxnSpPr/>
              <p:nvPr/>
            </p:nvCxnSpPr>
            <p:spPr>
              <a:xfrm>
                <a:off x="500063" y="5686420"/>
                <a:ext cx="200025" cy="142880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92A1C34-9125-35AA-3DD4-0987BF420989}"/>
                  </a:ext>
                </a:extLst>
              </p:cNvPr>
              <p:cNvCxnSpPr/>
              <p:nvPr/>
            </p:nvCxnSpPr>
            <p:spPr>
              <a:xfrm flipV="1">
                <a:off x="660586" y="5449088"/>
                <a:ext cx="242888" cy="380212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A8AC17-343E-44DE-A3F0-ABB85A5FE66C}"/>
                </a:ext>
              </a:extLst>
            </p:cNvPr>
            <p:cNvGrpSpPr/>
            <p:nvPr/>
          </p:nvGrpSpPr>
          <p:grpSpPr>
            <a:xfrm>
              <a:off x="2396984" y="5654976"/>
              <a:ext cx="242888" cy="265508"/>
              <a:chOff x="500063" y="5449088"/>
              <a:chExt cx="428625" cy="38021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0C8FF07-95B4-CC0C-6654-40F85F0E6F01}"/>
                  </a:ext>
                </a:extLst>
              </p:cNvPr>
              <p:cNvCxnSpPr/>
              <p:nvPr/>
            </p:nvCxnSpPr>
            <p:spPr>
              <a:xfrm>
                <a:off x="500063" y="5686420"/>
                <a:ext cx="200025" cy="142880"/>
              </a:xfrm>
              <a:prstGeom prst="line">
                <a:avLst/>
              </a:prstGeom>
              <a:ln w="57150">
                <a:solidFill>
                  <a:srgbClr val="00B0F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AAA97F2-E500-A676-2AA3-04B9AE22F86F}"/>
                  </a:ext>
                </a:extLst>
              </p:cNvPr>
              <p:cNvCxnSpPr/>
              <p:nvPr/>
            </p:nvCxnSpPr>
            <p:spPr>
              <a:xfrm flipV="1">
                <a:off x="685800" y="5449088"/>
                <a:ext cx="242888" cy="380212"/>
              </a:xfrm>
              <a:prstGeom prst="line">
                <a:avLst/>
              </a:prstGeom>
              <a:ln w="57150">
                <a:solidFill>
                  <a:srgbClr val="00B0F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BD7331B-174C-FE1C-A1AF-23574F8CC78B}"/>
                </a:ext>
              </a:extLst>
            </p:cNvPr>
            <p:cNvGrpSpPr/>
            <p:nvPr/>
          </p:nvGrpSpPr>
          <p:grpSpPr>
            <a:xfrm>
              <a:off x="9872673" y="5619264"/>
              <a:ext cx="228600" cy="265508"/>
              <a:chOff x="500063" y="5449088"/>
              <a:chExt cx="403411" cy="38021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6A48474-0C8E-2726-AC1E-3EB609E49076}"/>
                  </a:ext>
                </a:extLst>
              </p:cNvPr>
              <p:cNvCxnSpPr/>
              <p:nvPr/>
            </p:nvCxnSpPr>
            <p:spPr>
              <a:xfrm>
                <a:off x="500063" y="5686420"/>
                <a:ext cx="200025" cy="142880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0A7F7DC-1534-42D3-966E-72273C3B423E}"/>
                  </a:ext>
                </a:extLst>
              </p:cNvPr>
              <p:cNvCxnSpPr/>
              <p:nvPr/>
            </p:nvCxnSpPr>
            <p:spPr>
              <a:xfrm flipV="1">
                <a:off x="660586" y="5449088"/>
                <a:ext cx="242888" cy="380212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648E2A0-2F60-7B6B-88AC-3F07D78018BE}"/>
                </a:ext>
              </a:extLst>
            </p:cNvPr>
            <p:cNvGrpSpPr/>
            <p:nvPr/>
          </p:nvGrpSpPr>
          <p:grpSpPr>
            <a:xfrm>
              <a:off x="9872195" y="6004853"/>
              <a:ext cx="242888" cy="265508"/>
              <a:chOff x="500063" y="5449088"/>
              <a:chExt cx="428625" cy="38021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87297DD-2C10-199F-81FF-50505ECF3E98}"/>
                  </a:ext>
                </a:extLst>
              </p:cNvPr>
              <p:cNvCxnSpPr/>
              <p:nvPr/>
            </p:nvCxnSpPr>
            <p:spPr>
              <a:xfrm>
                <a:off x="500063" y="5686420"/>
                <a:ext cx="200025" cy="14288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C9B0794-3726-4F74-FEF5-CFF39DC6A50D}"/>
                  </a:ext>
                </a:extLst>
              </p:cNvPr>
              <p:cNvCxnSpPr/>
              <p:nvPr/>
            </p:nvCxnSpPr>
            <p:spPr>
              <a:xfrm flipV="1">
                <a:off x="685800" y="5449088"/>
                <a:ext cx="242888" cy="380212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B79058B-4E78-E975-D242-B5A820C17531}"/>
                </a:ext>
              </a:extLst>
            </p:cNvPr>
            <p:cNvGrpSpPr/>
            <p:nvPr/>
          </p:nvGrpSpPr>
          <p:grpSpPr>
            <a:xfrm>
              <a:off x="9902565" y="6408273"/>
              <a:ext cx="242888" cy="265508"/>
              <a:chOff x="500063" y="5449088"/>
              <a:chExt cx="428625" cy="380212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FC5FAC2-8EF1-4300-AEFA-989E8F44F4DA}"/>
                  </a:ext>
                </a:extLst>
              </p:cNvPr>
              <p:cNvCxnSpPr/>
              <p:nvPr/>
            </p:nvCxnSpPr>
            <p:spPr>
              <a:xfrm>
                <a:off x="500063" y="5686420"/>
                <a:ext cx="200025" cy="142880"/>
              </a:xfrm>
              <a:prstGeom prst="line">
                <a:avLst/>
              </a:prstGeom>
              <a:ln w="57150">
                <a:solidFill>
                  <a:srgbClr val="00B0F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BFEE9D2E-2AA8-2CF3-10A1-093D4108C6FA}"/>
                  </a:ext>
                </a:extLst>
              </p:cNvPr>
              <p:cNvCxnSpPr/>
              <p:nvPr/>
            </p:nvCxnSpPr>
            <p:spPr>
              <a:xfrm flipV="1">
                <a:off x="685800" y="5449088"/>
                <a:ext cx="242888" cy="380212"/>
              </a:xfrm>
              <a:prstGeom prst="line">
                <a:avLst/>
              </a:prstGeom>
              <a:ln w="57150">
                <a:solidFill>
                  <a:srgbClr val="00B0F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B97520-1948-A0F5-C510-2BA5788CC000}"/>
                </a:ext>
              </a:extLst>
            </p:cNvPr>
            <p:cNvSpPr txBox="1"/>
            <p:nvPr/>
          </p:nvSpPr>
          <p:spPr>
            <a:xfrm>
              <a:off x="10183553" y="5559033"/>
              <a:ext cx="1098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Completed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6A8D00B-F2CF-92E5-C83C-A7DE4E7A9B10}"/>
                </a:ext>
              </a:extLst>
            </p:cNvPr>
            <p:cNvSpPr txBox="1"/>
            <p:nvPr/>
          </p:nvSpPr>
          <p:spPr>
            <a:xfrm>
              <a:off x="10254993" y="5943598"/>
              <a:ext cx="6229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WIP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B457417-8DE5-FAC8-1F87-4346A1C4B3D7}"/>
                </a:ext>
              </a:extLst>
            </p:cNvPr>
            <p:cNvSpPr txBox="1"/>
            <p:nvPr/>
          </p:nvSpPr>
          <p:spPr>
            <a:xfrm>
              <a:off x="10254993" y="6386102"/>
              <a:ext cx="1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Feasibility WIP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775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4F6A-F268-66FF-2879-CF1E07A4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9380-41EE-6C84-FD5F-840929B6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45"/>
            <a:ext cx="10515600" cy="1325563"/>
          </a:xfrm>
        </p:spPr>
        <p:txBody>
          <a:bodyPr/>
          <a:lstStyle/>
          <a:p>
            <a:r>
              <a:rPr lang="en-US" dirty="0" err="1"/>
              <a:t>nBif</a:t>
            </a:r>
            <a:r>
              <a:rPr lang="en-US" dirty="0"/>
              <a:t> Unified: Test Architecture Diagram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24DCFFB-6081-32BA-99BB-5CADBAF56393}"/>
              </a:ext>
            </a:extLst>
          </p:cNvPr>
          <p:cNvGrpSpPr>
            <a:grpSpLocks/>
          </p:cNvGrpSpPr>
          <p:nvPr/>
        </p:nvGrpSpPr>
        <p:grpSpPr>
          <a:xfrm>
            <a:off x="335758" y="1319624"/>
            <a:ext cx="11018042" cy="1913102"/>
            <a:chOff x="335758" y="1644478"/>
            <a:chExt cx="11018042" cy="191310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11BCB57-83D9-B826-B744-CB96839411E5}"/>
                </a:ext>
              </a:extLst>
            </p:cNvPr>
            <p:cNvSpPr>
              <a:spLocks/>
            </p:cNvSpPr>
            <p:nvPr/>
          </p:nvSpPr>
          <p:spPr>
            <a:xfrm>
              <a:off x="1743075" y="1690687"/>
              <a:ext cx="8672508" cy="16269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96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0DEC3D-D731-E239-25A4-C92C5F6CBCD8}"/>
                </a:ext>
              </a:extLst>
            </p:cNvPr>
            <p:cNvSpPr>
              <a:spLocks/>
            </p:cNvSpPr>
            <p:nvPr/>
          </p:nvSpPr>
          <p:spPr>
            <a:xfrm>
              <a:off x="1166820" y="1690688"/>
              <a:ext cx="338134" cy="18358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GRFD-2 + CADDI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4D9EF7-1AA4-03B4-8A26-7DDC473CCEFD}"/>
                </a:ext>
              </a:extLst>
            </p:cNvPr>
            <p:cNvSpPr>
              <a:spLocks/>
            </p:cNvSpPr>
            <p:nvPr/>
          </p:nvSpPr>
          <p:spPr>
            <a:xfrm>
              <a:off x="1985963" y="2028816"/>
              <a:ext cx="1457325" cy="4714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Portfolio Datastore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BCD70F-1E47-80A4-C3C7-76D01F2EB614}"/>
                </a:ext>
              </a:extLst>
            </p:cNvPr>
            <p:cNvSpPr>
              <a:spLocks/>
            </p:cNvSpPr>
            <p:nvPr/>
          </p:nvSpPr>
          <p:spPr>
            <a:xfrm>
              <a:off x="4295774" y="2028816"/>
              <a:ext cx="1781186" cy="4714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IRB Datastore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367AFF-AE8D-6BF3-F8FC-C90F96AD5E1F}"/>
                </a:ext>
              </a:extLst>
            </p:cNvPr>
            <p:cNvSpPr>
              <a:spLocks/>
            </p:cNvSpPr>
            <p:nvPr/>
          </p:nvSpPr>
          <p:spPr>
            <a:xfrm>
              <a:off x="6715127" y="2000238"/>
              <a:ext cx="1457325" cy="4714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RWA Datastore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76F28D-D81B-20B1-1ED8-F9B5B861E2EC}"/>
                </a:ext>
              </a:extLst>
            </p:cNvPr>
            <p:cNvSpPr>
              <a:spLocks/>
            </p:cNvSpPr>
            <p:nvPr/>
          </p:nvSpPr>
          <p:spPr>
            <a:xfrm>
              <a:off x="8748712" y="2028816"/>
              <a:ext cx="1457325" cy="4714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History Datastore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73C3C9-AC6A-FCC4-89D9-434B923EFF5D}"/>
                </a:ext>
              </a:extLst>
            </p:cNvPr>
            <p:cNvSpPr>
              <a:spLocks/>
            </p:cNvSpPr>
            <p:nvPr/>
          </p:nvSpPr>
          <p:spPr>
            <a:xfrm>
              <a:off x="10710859" y="1690688"/>
              <a:ext cx="642941" cy="18668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CRPR, CFO Hub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72761A3-A354-5FE3-4839-4725035CBFE6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6" y="2264559"/>
              <a:ext cx="357187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E929178-81E4-84E5-6135-0F3E67AC96B3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80" y="2264559"/>
              <a:ext cx="357187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79958B1-AFCD-D874-D111-FEF8451B27C5}"/>
                </a:ext>
              </a:extLst>
            </p:cNvPr>
            <p:cNvCxnSpPr>
              <a:cxnSpLocks/>
            </p:cNvCxnSpPr>
            <p:nvPr/>
          </p:nvCxnSpPr>
          <p:spPr>
            <a:xfrm>
              <a:off x="6217450" y="2264559"/>
              <a:ext cx="357187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22FB3C0-C9C4-EE9A-A9BD-D22A840BE63B}"/>
                </a:ext>
              </a:extLst>
            </p:cNvPr>
            <p:cNvCxnSpPr>
              <a:cxnSpLocks/>
            </p:cNvCxnSpPr>
            <p:nvPr/>
          </p:nvCxnSpPr>
          <p:spPr>
            <a:xfrm>
              <a:off x="9484523" y="2264559"/>
              <a:ext cx="3571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A966B1B-297F-6D9A-2107-7A2670F557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710340" y="1739489"/>
              <a:ext cx="4733450" cy="242429"/>
              <a:chOff x="2710340" y="783022"/>
              <a:chExt cx="4733450" cy="594356"/>
            </a:xfrm>
          </p:grpSpPr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495A1618-AEC8-0FEA-6DB3-6ED8CCEE47B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2710340" y="811596"/>
                <a:ext cx="4733450" cy="565782"/>
              </a:xfrm>
              <a:prstGeom prst="bentConnector2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5F43B30-9BBD-D7E8-569E-F9624BB454CC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>
                <a:off x="2714625" y="783022"/>
                <a:ext cx="1" cy="428624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EF434D3-FDCE-F311-FD89-2CB99950DDB8}"/>
                </a:ext>
              </a:extLst>
            </p:cNvPr>
            <p:cNvSpPr>
              <a:spLocks/>
            </p:cNvSpPr>
            <p:nvPr/>
          </p:nvSpPr>
          <p:spPr>
            <a:xfrm>
              <a:off x="335758" y="1690686"/>
              <a:ext cx="640559" cy="1866893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/>
                <a:t>Process Flow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BA7DD95-1E2A-8AF2-3B0F-D7E47A663A46}"/>
                </a:ext>
              </a:extLst>
            </p:cNvPr>
            <p:cNvSpPr>
              <a:spLocks/>
            </p:cNvSpPr>
            <p:nvPr/>
          </p:nvSpPr>
          <p:spPr>
            <a:xfrm>
              <a:off x="3509960" y="2682471"/>
              <a:ext cx="2019304" cy="40361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Inspection Module</a:t>
              </a:r>
            </a:p>
          </p:txBody>
        </p: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28F1A48F-91E2-CE73-1B3F-7B6984AD490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14626" y="2557422"/>
              <a:ext cx="683415" cy="269678"/>
            </a:xfrm>
            <a:prstGeom prst="bentConnector3">
              <a:avLst>
                <a:gd name="adj1" fmla="val 100175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C12CE612-6B41-345F-D129-0B45629FE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657" y="2557420"/>
              <a:ext cx="3983831" cy="411853"/>
            </a:xfrm>
            <a:prstGeom prst="bentConnector3">
              <a:avLst>
                <a:gd name="adj1" fmla="val 100209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A30F6AC-9531-79ED-E943-E4BC6151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2516432"/>
              <a:ext cx="0" cy="17845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A577B0E-C454-4B93-867C-CF7A40E00068}"/>
                </a:ext>
              </a:extLst>
            </p:cNvPr>
            <p:cNvSpPr txBox="1">
              <a:spLocks/>
            </p:cNvSpPr>
            <p:nvPr/>
          </p:nvSpPr>
          <p:spPr>
            <a:xfrm>
              <a:off x="1742274" y="1644478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n-Bif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FF4635-0848-705B-F194-16BFA696DC1A}"/>
                </a:ext>
              </a:extLst>
            </p:cNvPr>
            <p:cNvSpPr txBox="1">
              <a:spLocks/>
            </p:cNvSpPr>
            <p:nvPr/>
          </p:nvSpPr>
          <p:spPr>
            <a:xfrm>
              <a:off x="9272821" y="2915722"/>
              <a:ext cx="1223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&lt;Portfolio&gt;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7F7E6800-99CE-4893-8E45-55F50E3A36CA}"/>
                </a:ext>
              </a:extLst>
            </p:cNvPr>
            <p:cNvGrpSpPr>
              <a:grpSpLocks/>
            </p:cNvGrpSpPr>
            <p:nvPr/>
          </p:nvGrpSpPr>
          <p:grpSpPr>
            <a:xfrm>
              <a:off x="5128974" y="1816627"/>
              <a:ext cx="4803209" cy="156702"/>
              <a:chOff x="2710340" y="783022"/>
              <a:chExt cx="4733450" cy="594356"/>
            </a:xfrm>
          </p:grpSpPr>
          <p:cxnSp>
            <p:nvCxnSpPr>
              <p:cNvPr id="100" name="Connector: Elbow 99">
                <a:extLst>
                  <a:ext uri="{FF2B5EF4-FFF2-40B4-BE49-F238E27FC236}">
                    <a16:creationId xmlns:a16="http://schemas.microsoft.com/office/drawing/2014/main" id="{EDC3876F-7275-C59A-A8E3-C3B30BE873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340" y="811596"/>
                <a:ext cx="4733450" cy="565782"/>
              </a:xfrm>
              <a:prstGeom prst="bentConnector2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EB1C3647-DAEE-110B-3DF2-DAFFCF000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25" y="783022"/>
                <a:ext cx="1" cy="428624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72B141C2-D28A-24D5-AC4D-BEDF4FA43FE1}"/>
                </a:ext>
              </a:extLst>
            </p:cNvPr>
            <p:cNvGrpSpPr>
              <a:grpSpLocks/>
            </p:cNvGrpSpPr>
            <p:nvPr/>
          </p:nvGrpSpPr>
          <p:grpSpPr>
            <a:xfrm>
              <a:off x="7972436" y="2580842"/>
              <a:ext cx="1085849" cy="229391"/>
              <a:chOff x="8029575" y="2525347"/>
              <a:chExt cx="1085849" cy="284886"/>
            </a:xfrm>
          </p:grpSpPr>
          <p:cxnSp>
            <p:nvCxnSpPr>
              <p:cNvPr id="115" name="Connector: Elbow 114">
                <a:extLst>
                  <a:ext uri="{FF2B5EF4-FFF2-40B4-BE49-F238E27FC236}">
                    <a16:creationId xmlns:a16="http://schemas.microsoft.com/office/drawing/2014/main" id="{A20DC62D-550E-6529-2D3B-AE5E90A455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9575" y="2539191"/>
                <a:ext cx="1085849" cy="264349"/>
              </a:xfrm>
              <a:prstGeom prst="bentConnector3">
                <a:avLst>
                  <a:gd name="adj1" fmla="val 100000"/>
                </a:avLst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354FEE6D-DB64-0FED-CF7C-1AEDB940D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9576" y="2525347"/>
                <a:ext cx="0" cy="28488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29C3AED-5462-5693-31A0-863DE61770DD}"/>
                </a:ext>
              </a:extLst>
            </p:cNvPr>
            <p:cNvCxnSpPr>
              <a:cxnSpLocks/>
            </p:cNvCxnSpPr>
            <p:nvPr/>
          </p:nvCxnSpPr>
          <p:spPr>
            <a:xfrm>
              <a:off x="8289144" y="2264559"/>
              <a:ext cx="357187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48E8747-916B-82A4-284E-7E661A607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8766" y="2969273"/>
              <a:ext cx="1869275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5D1246E-41BA-2983-8D27-1F9A6CBC4235}"/>
              </a:ext>
            </a:extLst>
          </p:cNvPr>
          <p:cNvSpPr txBox="1"/>
          <p:nvPr/>
        </p:nvSpPr>
        <p:spPr>
          <a:xfrm>
            <a:off x="6610307" y="6279241"/>
            <a:ext cx="4895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Note</a:t>
            </a:r>
            <a:r>
              <a:rPr lang="en-US" sz="1400" dirty="0"/>
              <a:t>: Manual intervention may require to complete e2e testing</a:t>
            </a:r>
          </a:p>
          <a:p>
            <a:r>
              <a:rPr lang="en-US" sz="1400" b="1" dirty="0"/>
              <a:t>Test suite x </a:t>
            </a:r>
            <a:r>
              <a:rPr lang="en-US" sz="1400" dirty="0"/>
              <a:t>= Pre-requisite setup + Part 1  + Part 2 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F7F4FB-24FF-4991-D2D2-3F9991C114D4}"/>
              </a:ext>
            </a:extLst>
          </p:cNvPr>
          <p:cNvSpPr txBox="1"/>
          <p:nvPr/>
        </p:nvSpPr>
        <p:spPr>
          <a:xfrm>
            <a:off x="198084" y="6261823"/>
            <a:ext cx="3207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Test execution flow: </a:t>
            </a:r>
            <a:r>
              <a:rPr lang="en-US" sz="1400" dirty="0"/>
              <a:t>1, 2, 3, 4, 5, 6, 7, 8, 9</a:t>
            </a:r>
          </a:p>
          <a:p>
            <a:r>
              <a:rPr lang="en-US" sz="1400" b="1" dirty="0"/>
              <a:t>Automation Plan: </a:t>
            </a:r>
            <a:r>
              <a:rPr lang="en-US" sz="1400" dirty="0"/>
              <a:t>Phase-1, 2, 3, 4, 5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20BCC2-6E63-C898-4DD1-B9E3C726F7BF}"/>
              </a:ext>
            </a:extLst>
          </p:cNvPr>
          <p:cNvGrpSpPr/>
          <p:nvPr/>
        </p:nvGrpSpPr>
        <p:grpSpPr>
          <a:xfrm>
            <a:off x="123825" y="2232566"/>
            <a:ext cx="11587162" cy="4065198"/>
            <a:chOff x="123825" y="2232566"/>
            <a:chExt cx="11587162" cy="406519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D866E8-AEAE-4C2A-3C6F-BC5F4253D306}"/>
                </a:ext>
              </a:extLst>
            </p:cNvPr>
            <p:cNvGrpSpPr/>
            <p:nvPr/>
          </p:nvGrpSpPr>
          <p:grpSpPr>
            <a:xfrm>
              <a:off x="123825" y="2232566"/>
              <a:ext cx="11587162" cy="4065198"/>
              <a:chOff x="123825" y="2557420"/>
              <a:chExt cx="11587162" cy="406519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1BFA183-F330-CE79-8593-462F739DFACD}"/>
                  </a:ext>
                </a:extLst>
              </p:cNvPr>
              <p:cNvGrpSpPr/>
              <p:nvPr/>
            </p:nvGrpSpPr>
            <p:grpSpPr>
              <a:xfrm>
                <a:off x="123825" y="3732986"/>
                <a:ext cx="11587162" cy="2889632"/>
                <a:chOff x="123825" y="3732986"/>
                <a:chExt cx="11587162" cy="2889632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5C2339B8-270E-A8A3-F84E-E9A43BD56A58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23825" y="3732986"/>
                  <a:ext cx="11587162" cy="2889632"/>
                  <a:chOff x="157163" y="3686164"/>
                  <a:chExt cx="11587162" cy="2889632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DEAD6E3-D80E-A397-0902-2AE2417FF0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000251" y="4636113"/>
                    <a:ext cx="1457325" cy="47148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Portfolio Datastore (Phase-2)</a:t>
                    </a:r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466D23DD-3015-7768-91D3-276624FFD60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624253" y="4392013"/>
                    <a:ext cx="1457325" cy="244098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Suite</a:t>
                    </a: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C79214D7-63B7-0781-E610-38D8E8E17E6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043751" y="4621823"/>
                    <a:ext cx="1457325" cy="47148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RWA Datastore (Phase-4)</a:t>
                    </a: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9E8769CE-F978-F39F-64AA-9B5125A8A69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748712" y="4621825"/>
                    <a:ext cx="1457325" cy="47148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History Datastore (Phase-5)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995B5C62-2E17-9422-27C4-08AE988B56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7163" y="3686164"/>
                    <a:ext cx="11587162" cy="0"/>
                  </a:xfrm>
                  <a:prstGeom prst="line">
                    <a:avLst/>
                  </a:prstGeom>
                  <a:ln w="9525" cap="flat" cmpd="sng" algn="ctr">
                    <a:solidFill>
                      <a:schemeClr val="accent1"/>
                    </a:solidFill>
                    <a:prstDash val="lgDashDotDot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F76CA6F5-0D4D-2661-A98F-4BBB991CC8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0744197" y="3963674"/>
                    <a:ext cx="642941" cy="255043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" rtlCol="0" anchor="ctr"/>
                  <a:lstStyle/>
                  <a:p>
                    <a:pPr algn="ctr"/>
                    <a:r>
                      <a:rPr lang="en-US" sz="1600" dirty="0"/>
                      <a:t>Test </a:t>
                    </a:r>
                    <a:r>
                      <a:rPr lang="en-US" dirty="0"/>
                      <a:t>Framework</a:t>
                    </a:r>
                    <a:endParaRPr lang="en-US" sz="1600" dirty="0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11681FF-DB24-EC66-652D-779EF9B7D28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7199" y="3942444"/>
                    <a:ext cx="283940" cy="254952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dirty="0"/>
                      <a:t>Test Solutions</a:t>
                    </a: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74F06C9B-7D2D-B018-C96B-388F9CDBA9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33254" y="3942444"/>
                    <a:ext cx="640559" cy="2549522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</p:spPr>
                <p:style>
                  <a:lnRef idx="0">
                    <a:schemeClr val="accent5"/>
                  </a:lnRef>
                  <a:fillRef idx="3">
                    <a:schemeClr val="accent5"/>
                  </a:fillRef>
                  <a:effectRef idx="3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dirty="0"/>
                      <a:t>Tests Flow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4B772F84-671C-7E1A-90C3-C98C016FBB3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538479" y="4042463"/>
                    <a:ext cx="407645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TS1</a:t>
                    </a:r>
                  </a:p>
                </p:txBody>
              </p:sp>
              <p:sp>
                <p:nvSpPr>
                  <p:cNvPr id="79" name="Arrow: Right 78">
                    <a:extLst>
                      <a:ext uri="{FF2B5EF4-FFF2-40B4-BE49-F238E27FC236}">
                        <a16:creationId xmlns:a16="http://schemas.microsoft.com/office/drawing/2014/main" id="{524A04DB-FCB6-D03A-C40F-EBFF68CDC3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985963" y="5838398"/>
                    <a:ext cx="8196259" cy="737398"/>
                  </a:xfrm>
                  <a:prstGeom prst="rightArrow">
                    <a:avLst/>
                  </a:prstGeom>
                  <a:solidFill>
                    <a:schemeClr val="accent5">
                      <a:lumMod val="50000"/>
                    </a:schemeClr>
                  </a:solidFill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Execution flow</a:t>
                    </a:r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F2957989-571D-FD97-AEEC-8ED65A5C9E1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624253" y="4636113"/>
                    <a:ext cx="1457325" cy="471489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Inspection Module (Phase-1)</a:t>
                    </a: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8E24C4B0-18BF-10B0-08EA-836FC4635FA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322082" y="4621823"/>
                    <a:ext cx="1457325" cy="47148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IRB Datastore (Phase-3)</a:t>
                    </a:r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A8C123F5-7632-B241-6FBC-99AD8DC1289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995941" y="4392013"/>
                    <a:ext cx="1457325" cy="244098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Suite</a:t>
                    </a:r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467A9210-ECA6-6EE0-7CDA-E339314C622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319978" y="4377725"/>
                    <a:ext cx="1457325" cy="244098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Suite</a:t>
                    </a:r>
                  </a:p>
                </p:txBody>
              </p:sp>
              <p:sp>
                <p:nvSpPr>
                  <p:cNvPr id="127" name="Rectangle 126">
                    <a:extLst>
                      <a:ext uri="{FF2B5EF4-FFF2-40B4-BE49-F238E27FC236}">
                        <a16:creationId xmlns:a16="http://schemas.microsoft.com/office/drawing/2014/main" id="{03A99F34-F578-9235-042E-ED10A866859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043750" y="4377725"/>
                    <a:ext cx="1457325" cy="244098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Suite</a:t>
                    </a:r>
                  </a:p>
                </p:txBody>
              </p: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DF333FE9-8AC4-C7B8-107E-861CAD5546A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748711" y="4377725"/>
                    <a:ext cx="1457325" cy="244098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Test Suite</a:t>
                    </a:r>
                  </a:p>
                </p:txBody>
              </p:sp>
              <p:sp>
                <p:nvSpPr>
                  <p:cNvPr id="135" name="Rectangle 134">
                    <a:extLst>
                      <a:ext uri="{FF2B5EF4-FFF2-40B4-BE49-F238E27FC236}">
                        <a16:creationId xmlns:a16="http://schemas.microsoft.com/office/drawing/2014/main" id="{F170BF61-1454-9AB2-B9F3-6190E34BDCD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985962" y="5392708"/>
                    <a:ext cx="8196259" cy="357173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End to end test suite</a:t>
                    </a:r>
                  </a:p>
                </p:txBody>
              </p:sp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ADCEFAC-435C-E447-F567-A4ED3B7A19B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538479" y="4546998"/>
                    <a:ext cx="407645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TS2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E0A53944-BC76-6C05-DD41-855A8C53815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538479" y="5078705"/>
                    <a:ext cx="407645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TS3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5DE5249-8A06-AEEA-46BE-50EBF769162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538479" y="5571483"/>
                    <a:ext cx="407645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TS4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DDCF3F2-B427-87AD-88EA-680DB776AFA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538479" y="6186474"/>
                    <a:ext cx="407645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TS5</a:t>
                    </a:r>
                  </a:p>
                </p:txBody>
              </p:sp>
            </p:grpSp>
            <p:sp>
              <p:nvSpPr>
                <p:cNvPr id="18" name="Heptagon 17">
                  <a:extLst>
                    <a:ext uri="{FF2B5EF4-FFF2-40B4-BE49-F238E27FC236}">
                      <a16:creationId xmlns:a16="http://schemas.microsoft.com/office/drawing/2014/main" id="{0FCBD957-A26D-8F56-23FC-658315E4C7AF}"/>
                    </a:ext>
                  </a:extLst>
                </p:cNvPr>
                <p:cNvSpPr/>
                <p:nvPr/>
              </p:nvSpPr>
              <p:spPr>
                <a:xfrm>
                  <a:off x="2069302" y="6118992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20" name="Heptagon 19">
                  <a:extLst>
                    <a:ext uri="{FF2B5EF4-FFF2-40B4-BE49-F238E27FC236}">
                      <a16:creationId xmlns:a16="http://schemas.microsoft.com/office/drawing/2014/main" id="{B15672FC-6447-B14F-33A6-8E7133C3E8D7}"/>
                    </a:ext>
                  </a:extLst>
                </p:cNvPr>
                <p:cNvSpPr/>
                <p:nvPr/>
              </p:nvSpPr>
              <p:spPr>
                <a:xfrm>
                  <a:off x="2901108" y="6108649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22" name="Heptagon 21">
                  <a:extLst>
                    <a:ext uri="{FF2B5EF4-FFF2-40B4-BE49-F238E27FC236}">
                      <a16:creationId xmlns:a16="http://schemas.microsoft.com/office/drawing/2014/main" id="{4B061BCF-9363-8365-4E85-F271D9053C43}"/>
                    </a:ext>
                  </a:extLst>
                </p:cNvPr>
                <p:cNvSpPr/>
                <p:nvPr/>
              </p:nvSpPr>
              <p:spPr>
                <a:xfrm>
                  <a:off x="3648441" y="6118992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26" name="Heptagon 25">
                  <a:extLst>
                    <a:ext uri="{FF2B5EF4-FFF2-40B4-BE49-F238E27FC236}">
                      <a16:creationId xmlns:a16="http://schemas.microsoft.com/office/drawing/2014/main" id="{E58A96B4-AD43-E9F4-B036-B282D4F601D4}"/>
                    </a:ext>
                  </a:extLst>
                </p:cNvPr>
                <p:cNvSpPr/>
                <p:nvPr/>
              </p:nvSpPr>
              <p:spPr>
                <a:xfrm>
                  <a:off x="4433079" y="6118992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29" name="Heptagon 28">
                  <a:extLst>
                    <a:ext uri="{FF2B5EF4-FFF2-40B4-BE49-F238E27FC236}">
                      <a16:creationId xmlns:a16="http://schemas.microsoft.com/office/drawing/2014/main" id="{5F79583C-5DB8-02B3-D140-CDC5A9F5C0F1}"/>
                    </a:ext>
                  </a:extLst>
                </p:cNvPr>
                <p:cNvSpPr/>
                <p:nvPr/>
              </p:nvSpPr>
              <p:spPr>
                <a:xfrm>
                  <a:off x="6966932" y="6109221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30" name="Heptagon 29">
                  <a:extLst>
                    <a:ext uri="{FF2B5EF4-FFF2-40B4-BE49-F238E27FC236}">
                      <a16:creationId xmlns:a16="http://schemas.microsoft.com/office/drawing/2014/main" id="{B314AB6C-A120-AFD9-063F-56FA22154204}"/>
                    </a:ext>
                  </a:extLst>
                </p:cNvPr>
                <p:cNvSpPr/>
                <p:nvPr/>
              </p:nvSpPr>
              <p:spPr>
                <a:xfrm>
                  <a:off x="8192678" y="6098306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7</a:t>
                  </a:r>
                </a:p>
              </p:txBody>
            </p:sp>
            <p:sp>
              <p:nvSpPr>
                <p:cNvPr id="31" name="Heptagon 30">
                  <a:extLst>
                    <a:ext uri="{FF2B5EF4-FFF2-40B4-BE49-F238E27FC236}">
                      <a16:creationId xmlns:a16="http://schemas.microsoft.com/office/drawing/2014/main" id="{18202386-D8EB-7487-B7A6-92B42843AEE8}"/>
                    </a:ext>
                  </a:extLst>
                </p:cNvPr>
                <p:cNvSpPr/>
                <p:nvPr/>
              </p:nvSpPr>
              <p:spPr>
                <a:xfrm>
                  <a:off x="7593663" y="6118992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32" name="Heptagon 31">
                  <a:extLst>
                    <a:ext uri="{FF2B5EF4-FFF2-40B4-BE49-F238E27FC236}">
                      <a16:creationId xmlns:a16="http://schemas.microsoft.com/office/drawing/2014/main" id="{4FDA6450-0B00-F7D3-AED2-C79A4C1CDEFD}"/>
                    </a:ext>
                  </a:extLst>
                </p:cNvPr>
                <p:cNvSpPr/>
                <p:nvPr/>
              </p:nvSpPr>
              <p:spPr>
                <a:xfrm>
                  <a:off x="8880013" y="6098305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8</a:t>
                  </a:r>
                </a:p>
              </p:txBody>
            </p:sp>
            <p:sp>
              <p:nvSpPr>
                <p:cNvPr id="35" name="Heptagon 34">
                  <a:extLst>
                    <a:ext uri="{FF2B5EF4-FFF2-40B4-BE49-F238E27FC236}">
                      <a16:creationId xmlns:a16="http://schemas.microsoft.com/office/drawing/2014/main" id="{D4E3E613-080A-7D4E-175A-D7375D25284D}"/>
                    </a:ext>
                  </a:extLst>
                </p:cNvPr>
                <p:cNvSpPr/>
                <p:nvPr/>
              </p:nvSpPr>
              <p:spPr>
                <a:xfrm>
                  <a:off x="9522602" y="6098305"/>
                  <a:ext cx="241312" cy="258321"/>
                </a:xfrm>
                <a:prstGeom prst="heptagon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9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914A3F2-92F0-6840-70AC-38B874320F77}"/>
                  </a:ext>
                </a:extLst>
              </p:cNvPr>
              <p:cNvGrpSpPr/>
              <p:nvPr/>
            </p:nvGrpSpPr>
            <p:grpSpPr>
              <a:xfrm>
                <a:off x="2126454" y="2557420"/>
                <a:ext cx="1000125" cy="1453049"/>
                <a:chOff x="2126454" y="2557420"/>
                <a:chExt cx="1000125" cy="1346571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54B56011-BCD7-09AD-A7E1-47843D02F0CF}"/>
                    </a:ext>
                  </a:extLst>
                </p:cNvPr>
                <p:cNvGrpSpPr/>
                <p:nvPr/>
              </p:nvGrpSpPr>
              <p:grpSpPr>
                <a:xfrm>
                  <a:off x="2126454" y="3800451"/>
                  <a:ext cx="1000125" cy="103540"/>
                  <a:chOff x="-1314450" y="3429000"/>
                  <a:chExt cx="1000125" cy="257164"/>
                </a:xfrm>
              </p:grpSpPr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FE949E5B-5A5A-760A-8EB8-9C190FF89FF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-1314450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F070393B-0834-0878-9924-8909D5A51890}"/>
                      </a:ext>
                    </a:extLst>
                  </p:cNvPr>
                  <p:cNvCxnSpPr/>
                  <p:nvPr/>
                </p:nvCxnSpPr>
                <p:spPr>
                  <a:xfrm>
                    <a:off x="-1314450" y="3429000"/>
                    <a:ext cx="100012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D3B82AF3-62A0-D5A0-566A-81AA9C08C8A6}"/>
                      </a:ext>
                    </a:extLst>
                  </p:cNvPr>
                  <p:cNvCxnSpPr/>
                  <p:nvPr/>
                </p:nvCxnSpPr>
                <p:spPr>
                  <a:xfrm>
                    <a:off x="-314325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43E31056-56D8-F710-9DFF-25D31400E2ED}"/>
                    </a:ext>
                  </a:extLst>
                </p:cNvPr>
                <p:cNvCxnSpPr/>
                <p:nvPr/>
              </p:nvCxnSpPr>
              <p:spPr>
                <a:xfrm flipV="1">
                  <a:off x="2586038" y="2557420"/>
                  <a:ext cx="0" cy="12430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2D306E98-A4E0-D182-1D23-1F8C0A147C58}"/>
                  </a:ext>
                </a:extLst>
              </p:cNvPr>
              <p:cNvGrpSpPr/>
              <p:nvPr/>
            </p:nvGrpSpPr>
            <p:grpSpPr>
              <a:xfrm>
                <a:off x="5514515" y="2557420"/>
                <a:ext cx="1000125" cy="1453049"/>
                <a:chOff x="2126454" y="2557420"/>
                <a:chExt cx="1000125" cy="1346571"/>
              </a:xfrm>
            </p:grpSpPr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1C2A8A1C-E13E-EBF8-2CD5-7BDE1F885BDD}"/>
                    </a:ext>
                  </a:extLst>
                </p:cNvPr>
                <p:cNvGrpSpPr/>
                <p:nvPr/>
              </p:nvGrpSpPr>
              <p:grpSpPr>
                <a:xfrm>
                  <a:off x="2126454" y="3800451"/>
                  <a:ext cx="1000125" cy="103540"/>
                  <a:chOff x="-1314450" y="3429000"/>
                  <a:chExt cx="1000125" cy="257164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2B718B01-339B-9EEA-BA5C-69730A5554C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-1314450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8BAE7FEC-AD37-D5F8-C24C-CC5627719B2C}"/>
                      </a:ext>
                    </a:extLst>
                  </p:cNvPr>
                  <p:cNvCxnSpPr/>
                  <p:nvPr/>
                </p:nvCxnSpPr>
                <p:spPr>
                  <a:xfrm>
                    <a:off x="-1314450" y="3429000"/>
                    <a:ext cx="100012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4B09EBA1-B64B-E40A-706D-2BA373B91CE8}"/>
                      </a:ext>
                    </a:extLst>
                  </p:cNvPr>
                  <p:cNvCxnSpPr/>
                  <p:nvPr/>
                </p:nvCxnSpPr>
                <p:spPr>
                  <a:xfrm>
                    <a:off x="-314325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8" name="Straight Arrow Connector 167">
                  <a:extLst>
                    <a:ext uri="{FF2B5EF4-FFF2-40B4-BE49-F238E27FC236}">
                      <a16:creationId xmlns:a16="http://schemas.microsoft.com/office/drawing/2014/main" id="{D5028679-823D-C364-AB05-E666207B742F}"/>
                    </a:ext>
                  </a:extLst>
                </p:cNvPr>
                <p:cNvCxnSpPr/>
                <p:nvPr/>
              </p:nvCxnSpPr>
              <p:spPr>
                <a:xfrm flipV="1">
                  <a:off x="2586038" y="2557420"/>
                  <a:ext cx="0" cy="12430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464913C-C2B6-9757-B02F-B66FD1D3687F}"/>
                  </a:ext>
                </a:extLst>
              </p:cNvPr>
              <p:cNvGrpSpPr/>
              <p:nvPr/>
            </p:nvGrpSpPr>
            <p:grpSpPr>
              <a:xfrm>
                <a:off x="7243763" y="2557420"/>
                <a:ext cx="1000125" cy="1453049"/>
                <a:chOff x="2126454" y="2557420"/>
                <a:chExt cx="1000125" cy="1346571"/>
              </a:xfrm>
            </p:grpSpPr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2747FFCB-7382-869E-F863-6ABDF46B6B00}"/>
                    </a:ext>
                  </a:extLst>
                </p:cNvPr>
                <p:cNvGrpSpPr/>
                <p:nvPr/>
              </p:nvGrpSpPr>
              <p:grpSpPr>
                <a:xfrm>
                  <a:off x="2126454" y="3800451"/>
                  <a:ext cx="1000125" cy="103540"/>
                  <a:chOff x="-1314450" y="3429000"/>
                  <a:chExt cx="1000125" cy="257164"/>
                </a:xfrm>
              </p:grpSpPr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28FC6E34-1AC4-129B-1848-6D13B7CE132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-1314450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3D29670F-2E4B-FA1B-BCBA-E638344CFE77}"/>
                      </a:ext>
                    </a:extLst>
                  </p:cNvPr>
                  <p:cNvCxnSpPr/>
                  <p:nvPr/>
                </p:nvCxnSpPr>
                <p:spPr>
                  <a:xfrm>
                    <a:off x="-1314450" y="3429000"/>
                    <a:ext cx="100012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1766DC89-812B-2B80-262C-6F094046EC99}"/>
                      </a:ext>
                    </a:extLst>
                  </p:cNvPr>
                  <p:cNvCxnSpPr/>
                  <p:nvPr/>
                </p:nvCxnSpPr>
                <p:spPr>
                  <a:xfrm>
                    <a:off x="-314325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4" name="Straight Arrow Connector 173">
                  <a:extLst>
                    <a:ext uri="{FF2B5EF4-FFF2-40B4-BE49-F238E27FC236}">
                      <a16:creationId xmlns:a16="http://schemas.microsoft.com/office/drawing/2014/main" id="{DD394919-66E7-678C-BE50-6DE12218AF8B}"/>
                    </a:ext>
                  </a:extLst>
                </p:cNvPr>
                <p:cNvCxnSpPr/>
                <p:nvPr/>
              </p:nvCxnSpPr>
              <p:spPr>
                <a:xfrm flipV="1">
                  <a:off x="2586038" y="2557420"/>
                  <a:ext cx="0" cy="12430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C1AE42DB-5E56-CF6B-54CF-6558474749A3}"/>
                  </a:ext>
                </a:extLst>
              </p:cNvPr>
              <p:cNvGrpSpPr/>
              <p:nvPr/>
            </p:nvGrpSpPr>
            <p:grpSpPr>
              <a:xfrm>
                <a:off x="8902575" y="2557420"/>
                <a:ext cx="1000125" cy="1453049"/>
                <a:chOff x="2126454" y="2557420"/>
                <a:chExt cx="1000125" cy="1346571"/>
              </a:xfrm>
            </p:grpSpPr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CBA5FDF8-B4D9-00B5-414D-5CE60BAD0247}"/>
                    </a:ext>
                  </a:extLst>
                </p:cNvPr>
                <p:cNvGrpSpPr/>
                <p:nvPr/>
              </p:nvGrpSpPr>
              <p:grpSpPr>
                <a:xfrm>
                  <a:off x="2126454" y="3800451"/>
                  <a:ext cx="1000125" cy="103540"/>
                  <a:chOff x="-1314450" y="3429000"/>
                  <a:chExt cx="1000125" cy="257164"/>
                </a:xfrm>
              </p:grpSpPr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44743FE2-3487-9217-5E2D-48B342F56C2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-1314450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A887CEE0-846F-494C-5761-7B0846F53C63}"/>
                      </a:ext>
                    </a:extLst>
                  </p:cNvPr>
                  <p:cNvCxnSpPr/>
                  <p:nvPr/>
                </p:nvCxnSpPr>
                <p:spPr>
                  <a:xfrm>
                    <a:off x="-1314450" y="3429000"/>
                    <a:ext cx="100012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488F6C15-5796-4385-B2C2-28B67BAC9EFF}"/>
                      </a:ext>
                    </a:extLst>
                  </p:cNvPr>
                  <p:cNvCxnSpPr/>
                  <p:nvPr/>
                </p:nvCxnSpPr>
                <p:spPr>
                  <a:xfrm>
                    <a:off x="-314325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0" name="Straight Arrow Connector 179">
                  <a:extLst>
                    <a:ext uri="{FF2B5EF4-FFF2-40B4-BE49-F238E27FC236}">
                      <a16:creationId xmlns:a16="http://schemas.microsoft.com/office/drawing/2014/main" id="{65F627CB-C8AB-A40F-6CB0-A5F8B44EE4DA}"/>
                    </a:ext>
                  </a:extLst>
                </p:cNvPr>
                <p:cNvCxnSpPr/>
                <p:nvPr/>
              </p:nvCxnSpPr>
              <p:spPr>
                <a:xfrm flipV="1">
                  <a:off x="2586038" y="2557420"/>
                  <a:ext cx="0" cy="12430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9CDE5AAD-8C75-E9F0-1096-5236B9BEDC8D}"/>
                  </a:ext>
                </a:extLst>
              </p:cNvPr>
              <p:cNvGrpSpPr/>
              <p:nvPr/>
            </p:nvGrpSpPr>
            <p:grpSpPr>
              <a:xfrm>
                <a:off x="3852975" y="3175396"/>
                <a:ext cx="1000125" cy="835073"/>
                <a:chOff x="2126454" y="2557420"/>
                <a:chExt cx="1000125" cy="1346571"/>
              </a:xfrm>
            </p:grpSpPr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5052BC15-5EEA-92FB-3974-3DE6D22EB6FE}"/>
                    </a:ext>
                  </a:extLst>
                </p:cNvPr>
                <p:cNvGrpSpPr/>
                <p:nvPr/>
              </p:nvGrpSpPr>
              <p:grpSpPr>
                <a:xfrm>
                  <a:off x="2126454" y="3800451"/>
                  <a:ext cx="1000125" cy="103540"/>
                  <a:chOff x="-1314450" y="3429000"/>
                  <a:chExt cx="1000125" cy="257164"/>
                </a:xfrm>
              </p:grpSpPr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22798840-B2CC-A615-A734-1778422C645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-1314450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F7A53F86-67D1-A72E-9B66-EB15E863C33B}"/>
                      </a:ext>
                    </a:extLst>
                  </p:cNvPr>
                  <p:cNvCxnSpPr/>
                  <p:nvPr/>
                </p:nvCxnSpPr>
                <p:spPr>
                  <a:xfrm>
                    <a:off x="-1314450" y="3429000"/>
                    <a:ext cx="100012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16540CEC-630A-FDF3-5A18-0628372A4637}"/>
                      </a:ext>
                    </a:extLst>
                  </p:cNvPr>
                  <p:cNvCxnSpPr/>
                  <p:nvPr/>
                </p:nvCxnSpPr>
                <p:spPr>
                  <a:xfrm>
                    <a:off x="-314325" y="3429000"/>
                    <a:ext cx="0" cy="25716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0AEDA9BB-3F47-C64A-0269-844B5A17901A}"/>
                    </a:ext>
                  </a:extLst>
                </p:cNvPr>
                <p:cNvCxnSpPr/>
                <p:nvPr/>
              </p:nvCxnSpPr>
              <p:spPr>
                <a:xfrm flipV="1">
                  <a:off x="2586038" y="2557420"/>
                  <a:ext cx="0" cy="12430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E65C22D-7D89-44E2-88C3-B97B44CE1D11}"/>
                </a:ext>
              </a:extLst>
            </p:cNvPr>
            <p:cNvSpPr/>
            <p:nvPr/>
          </p:nvSpPr>
          <p:spPr>
            <a:xfrm>
              <a:off x="1964155" y="3911072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1274783-8688-240D-D4E0-8EA10F6DDCD5}"/>
                </a:ext>
              </a:extLst>
            </p:cNvPr>
            <p:cNvSpPr/>
            <p:nvPr/>
          </p:nvSpPr>
          <p:spPr>
            <a:xfrm>
              <a:off x="2684848" y="3911072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C602292-4008-99AF-3C7C-6E48E1F1542F}"/>
                </a:ext>
              </a:extLst>
            </p:cNvPr>
            <p:cNvSpPr/>
            <p:nvPr/>
          </p:nvSpPr>
          <p:spPr>
            <a:xfrm>
              <a:off x="3592566" y="3911072"/>
              <a:ext cx="734981" cy="2145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516F5F1-71ED-43AD-63B7-695716B43959}"/>
                </a:ext>
              </a:extLst>
            </p:cNvPr>
            <p:cNvSpPr/>
            <p:nvPr/>
          </p:nvSpPr>
          <p:spPr>
            <a:xfrm>
              <a:off x="4313259" y="3911072"/>
              <a:ext cx="734981" cy="2145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2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7FBCD2B-6B85-3022-248F-1F8B04874190}"/>
                </a:ext>
              </a:extLst>
            </p:cNvPr>
            <p:cNvSpPr/>
            <p:nvPr/>
          </p:nvSpPr>
          <p:spPr>
            <a:xfrm>
              <a:off x="5291392" y="3896784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F8E42FA-98C9-0A09-C757-B08C985CC732}"/>
                </a:ext>
              </a:extLst>
            </p:cNvPr>
            <p:cNvSpPr/>
            <p:nvPr/>
          </p:nvSpPr>
          <p:spPr>
            <a:xfrm>
              <a:off x="6012085" y="3896784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2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B7FA04A-4415-88FF-09F7-4BADEA6DAF49}"/>
                </a:ext>
              </a:extLst>
            </p:cNvPr>
            <p:cNvSpPr/>
            <p:nvPr/>
          </p:nvSpPr>
          <p:spPr>
            <a:xfrm>
              <a:off x="7009093" y="3896784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A73DB0-E54A-327E-7101-992DC2F23EDE}"/>
                </a:ext>
              </a:extLst>
            </p:cNvPr>
            <p:cNvSpPr/>
            <p:nvPr/>
          </p:nvSpPr>
          <p:spPr>
            <a:xfrm>
              <a:off x="7744074" y="3896784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C7B2FF5-AB63-016B-2B2E-C4AEEAE55719}"/>
                </a:ext>
              </a:extLst>
            </p:cNvPr>
            <p:cNvSpPr/>
            <p:nvPr/>
          </p:nvSpPr>
          <p:spPr>
            <a:xfrm>
              <a:off x="8712220" y="3896784"/>
              <a:ext cx="734981" cy="2145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Condition 1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2239EB40-DDBE-7E2B-E394-4910C143F17B}"/>
              </a:ext>
            </a:extLst>
          </p:cNvPr>
          <p:cNvSpPr/>
          <p:nvPr/>
        </p:nvSpPr>
        <p:spPr>
          <a:xfrm>
            <a:off x="9447201" y="3896784"/>
            <a:ext cx="734981" cy="2145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Condition 2</a:t>
            </a:r>
          </a:p>
        </p:txBody>
      </p:sp>
    </p:spTree>
    <p:extLst>
      <p:ext uri="{BB962C8B-B14F-4D97-AF65-F5344CB8AC3E}">
        <p14:creationId xmlns:p14="http://schemas.microsoft.com/office/powerpoint/2010/main" val="46714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7065459E-6FCD-CD1F-6F0C-6816E4F6B1A2}"/>
              </a:ext>
            </a:extLst>
          </p:cNvPr>
          <p:cNvSpPr/>
          <p:nvPr/>
        </p:nvSpPr>
        <p:spPr>
          <a:xfrm>
            <a:off x="5632129" y="1585912"/>
            <a:ext cx="4818456" cy="4772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3EB71-DFB2-0093-21B7-76BD72C5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Framework Structure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E8F7F6-DAB0-C0B8-D42C-134B111C3C48}"/>
              </a:ext>
            </a:extLst>
          </p:cNvPr>
          <p:cNvGrpSpPr/>
          <p:nvPr/>
        </p:nvGrpSpPr>
        <p:grpSpPr>
          <a:xfrm>
            <a:off x="537387" y="2220564"/>
            <a:ext cx="2193108" cy="3250407"/>
            <a:chOff x="492919" y="2078831"/>
            <a:chExt cx="3242298" cy="39647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7D4DFD-281C-6A73-6E4F-8D83BA1A6F6F}"/>
                </a:ext>
              </a:extLst>
            </p:cNvPr>
            <p:cNvSpPr/>
            <p:nvPr/>
          </p:nvSpPr>
          <p:spPr>
            <a:xfrm>
              <a:off x="492919" y="2078831"/>
              <a:ext cx="2686050" cy="595673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 Automation Framework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DE6448-C289-2117-2A75-4E003FF9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3" y="2557463"/>
              <a:ext cx="0" cy="3328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4153C80-BA6E-88C8-D591-4BE28975EA56}"/>
                </a:ext>
              </a:extLst>
            </p:cNvPr>
            <p:cNvCxnSpPr/>
            <p:nvPr/>
          </p:nvCxnSpPr>
          <p:spPr>
            <a:xfrm>
              <a:off x="1528763" y="3086100"/>
              <a:ext cx="6143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CCDCF0-028E-B01C-9BE6-6EF4CC284907}"/>
                </a:ext>
              </a:extLst>
            </p:cNvPr>
            <p:cNvCxnSpPr/>
            <p:nvPr/>
          </p:nvCxnSpPr>
          <p:spPr>
            <a:xfrm>
              <a:off x="1528763" y="3814762"/>
              <a:ext cx="6143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CEB2FE-EC19-B909-8F78-4B72B37F4FBE}"/>
                </a:ext>
              </a:extLst>
            </p:cNvPr>
            <p:cNvCxnSpPr/>
            <p:nvPr/>
          </p:nvCxnSpPr>
          <p:spPr>
            <a:xfrm>
              <a:off x="1528763" y="4543424"/>
              <a:ext cx="6143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2333BC-806D-2864-C282-B1ECD7D73BF6}"/>
                </a:ext>
              </a:extLst>
            </p:cNvPr>
            <p:cNvCxnSpPr/>
            <p:nvPr/>
          </p:nvCxnSpPr>
          <p:spPr>
            <a:xfrm>
              <a:off x="1528763" y="5229224"/>
              <a:ext cx="6143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9C0735E-3031-529A-888B-1F7867745935}"/>
                </a:ext>
              </a:extLst>
            </p:cNvPr>
            <p:cNvCxnSpPr/>
            <p:nvPr/>
          </p:nvCxnSpPr>
          <p:spPr>
            <a:xfrm>
              <a:off x="1528763" y="5886449"/>
              <a:ext cx="6143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D9C18A-576F-2BA4-1CD2-19AB5D438F3F}"/>
                </a:ext>
              </a:extLst>
            </p:cNvPr>
            <p:cNvSpPr/>
            <p:nvPr/>
          </p:nvSpPr>
          <p:spPr>
            <a:xfrm>
              <a:off x="2143125" y="2914650"/>
              <a:ext cx="1528758" cy="32146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Feature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9802C2-4F4A-D3D6-64DA-111F0FA62A4A}"/>
                </a:ext>
              </a:extLst>
            </p:cNvPr>
            <p:cNvSpPr/>
            <p:nvPr/>
          </p:nvSpPr>
          <p:spPr>
            <a:xfrm>
              <a:off x="2143125" y="3614738"/>
              <a:ext cx="1528758" cy="32146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Page Object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A5BA48-2A86-B7E3-417D-BAC603D53093}"/>
                </a:ext>
              </a:extLst>
            </p:cNvPr>
            <p:cNvSpPr/>
            <p:nvPr/>
          </p:nvSpPr>
          <p:spPr>
            <a:xfrm>
              <a:off x="2079791" y="4347799"/>
              <a:ext cx="1655426" cy="341241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Step Definition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0574D7-C083-26EC-8F12-7DB9FD077CAC}"/>
                </a:ext>
              </a:extLst>
            </p:cNvPr>
            <p:cNvSpPr/>
            <p:nvPr/>
          </p:nvSpPr>
          <p:spPr>
            <a:xfrm>
              <a:off x="2143125" y="5039916"/>
              <a:ext cx="1528758" cy="32146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Test Results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F4DBB7-66AB-28FF-63B9-2C53102A82B3}"/>
                </a:ext>
              </a:extLst>
            </p:cNvPr>
            <p:cNvSpPr/>
            <p:nvPr/>
          </p:nvSpPr>
          <p:spPr>
            <a:xfrm>
              <a:off x="2143125" y="5722146"/>
              <a:ext cx="1528758" cy="321465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Utilities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A75A57-619E-A554-C3AD-3363A802404B}"/>
              </a:ext>
            </a:extLst>
          </p:cNvPr>
          <p:cNvCxnSpPr/>
          <p:nvPr/>
        </p:nvCxnSpPr>
        <p:spPr>
          <a:xfrm>
            <a:off x="3586163" y="1970750"/>
            <a:ext cx="0" cy="4169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B048DB3-3B37-8DD8-DD01-011B6B431F81}"/>
              </a:ext>
            </a:extLst>
          </p:cNvPr>
          <p:cNvGrpSpPr/>
          <p:nvPr/>
        </p:nvGrpSpPr>
        <p:grpSpPr>
          <a:xfrm>
            <a:off x="3737924" y="1690688"/>
            <a:ext cx="8454076" cy="4104085"/>
            <a:chOff x="3737924" y="1690688"/>
            <a:chExt cx="8454076" cy="4104085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BB2F02A-4ECB-32D6-8D1E-61291A88FD3A}"/>
                </a:ext>
              </a:extLst>
            </p:cNvPr>
            <p:cNvGrpSpPr/>
            <p:nvPr/>
          </p:nvGrpSpPr>
          <p:grpSpPr>
            <a:xfrm>
              <a:off x="3737924" y="1690688"/>
              <a:ext cx="8454076" cy="4104085"/>
              <a:chOff x="1820101" y="1725215"/>
              <a:chExt cx="9864224" cy="4651736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EE99CDE-C185-8440-8224-DD2EDF379185}"/>
                  </a:ext>
                </a:extLst>
              </p:cNvPr>
              <p:cNvGrpSpPr/>
              <p:nvPr/>
            </p:nvGrpSpPr>
            <p:grpSpPr>
              <a:xfrm>
                <a:off x="1959274" y="2158922"/>
                <a:ext cx="4136726" cy="4103410"/>
                <a:chOff x="2595029" y="2254528"/>
                <a:chExt cx="4136726" cy="410341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E5B46C0-F395-442E-5CAF-0CF40C986BC0}"/>
                    </a:ext>
                  </a:extLst>
                </p:cNvPr>
                <p:cNvSpPr/>
                <p:nvPr/>
              </p:nvSpPr>
              <p:spPr>
                <a:xfrm>
                  <a:off x="4914900" y="2254528"/>
                  <a:ext cx="1816855" cy="4103410"/>
                </a:xfrm>
                <a:prstGeom prst="rect">
                  <a:avLst/>
                </a:prstGeom>
                <a:noFill/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4ABD39E-9158-4C33-7A3F-C29A2FB7384B}"/>
                    </a:ext>
                  </a:extLst>
                </p:cNvPr>
                <p:cNvSpPr/>
                <p:nvPr/>
              </p:nvSpPr>
              <p:spPr>
                <a:xfrm>
                  <a:off x="5248310" y="2500508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3EBF796-A922-7CED-0416-3B0259D6257B}"/>
                    </a:ext>
                  </a:extLst>
                </p:cNvPr>
                <p:cNvSpPr/>
                <p:nvPr/>
              </p:nvSpPr>
              <p:spPr>
                <a:xfrm>
                  <a:off x="5248310" y="3122592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F6090C2-421E-0610-8D7C-9123F97148D3}"/>
                    </a:ext>
                  </a:extLst>
                </p:cNvPr>
                <p:cNvSpPr/>
                <p:nvPr/>
              </p:nvSpPr>
              <p:spPr>
                <a:xfrm>
                  <a:off x="5248310" y="3818491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575539B-3830-DDA7-D034-6AB3C817F076}"/>
                    </a:ext>
                  </a:extLst>
                </p:cNvPr>
                <p:cNvSpPr/>
                <p:nvPr/>
              </p:nvSpPr>
              <p:spPr>
                <a:xfrm>
                  <a:off x="5248310" y="4514390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D1CDBA6-F025-F000-51F5-DDBE3E8B271F}"/>
                    </a:ext>
                  </a:extLst>
                </p:cNvPr>
                <p:cNvSpPr/>
                <p:nvPr/>
              </p:nvSpPr>
              <p:spPr>
                <a:xfrm>
                  <a:off x="5248310" y="5157782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AAFDBB1-3D01-4373-C10E-D87D53E99083}"/>
                    </a:ext>
                  </a:extLst>
                </p:cNvPr>
                <p:cNvSpPr/>
                <p:nvPr/>
              </p:nvSpPr>
              <p:spPr>
                <a:xfrm>
                  <a:off x="5248310" y="5778774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Feature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C5F1C4E-7798-1DA5-64DE-5520B34D2AD3}"/>
                    </a:ext>
                  </a:extLst>
                </p:cNvPr>
                <p:cNvSpPr/>
                <p:nvPr/>
              </p:nvSpPr>
              <p:spPr>
                <a:xfrm>
                  <a:off x="2595029" y="2254528"/>
                  <a:ext cx="1816855" cy="4103410"/>
                </a:xfrm>
                <a:prstGeom prst="rect">
                  <a:avLst/>
                </a:prstGeom>
                <a:noFill/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D11A7689-B126-C054-71C1-AF699D18BE1D}"/>
                    </a:ext>
                  </a:extLst>
                </p:cNvPr>
                <p:cNvSpPr/>
                <p:nvPr/>
              </p:nvSpPr>
              <p:spPr>
                <a:xfrm>
                  <a:off x="2928439" y="2500508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092D7962-6F75-50AC-719B-09CFACF4BFE4}"/>
                    </a:ext>
                  </a:extLst>
                </p:cNvPr>
                <p:cNvSpPr/>
                <p:nvPr/>
              </p:nvSpPr>
              <p:spPr>
                <a:xfrm>
                  <a:off x="2928439" y="3122591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F9EE6779-E533-52FA-08B0-481B75C4B2E7}"/>
                    </a:ext>
                  </a:extLst>
                </p:cNvPr>
                <p:cNvSpPr/>
                <p:nvPr/>
              </p:nvSpPr>
              <p:spPr>
                <a:xfrm>
                  <a:off x="2928439" y="3818491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33A5E5EE-F2F1-2092-A43C-E1A50BAC98D1}"/>
                    </a:ext>
                  </a:extLst>
                </p:cNvPr>
                <p:cNvSpPr/>
                <p:nvPr/>
              </p:nvSpPr>
              <p:spPr>
                <a:xfrm>
                  <a:off x="2928439" y="4514390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E5F1A970-8AC4-C48B-E626-F659BB8F8573}"/>
                    </a:ext>
                  </a:extLst>
                </p:cNvPr>
                <p:cNvSpPr/>
                <p:nvPr/>
              </p:nvSpPr>
              <p:spPr>
                <a:xfrm>
                  <a:off x="2928439" y="5157782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B32F1AA-315D-B6C6-404A-958DC118D251}"/>
                    </a:ext>
                  </a:extLst>
                </p:cNvPr>
                <p:cNvSpPr/>
                <p:nvPr/>
              </p:nvSpPr>
              <p:spPr>
                <a:xfrm>
                  <a:off x="2928439" y="5778774"/>
                  <a:ext cx="1034060" cy="263544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Pipeline</a:t>
                  </a: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6299FE-0635-6674-3B51-9AA4415B2519}"/>
                  </a:ext>
                </a:extLst>
              </p:cNvPr>
              <p:cNvSpPr txBox="1"/>
              <p:nvPr/>
            </p:nvSpPr>
            <p:spPr>
              <a:xfrm>
                <a:off x="4567409" y="1775237"/>
                <a:ext cx="1030208" cy="348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Test Suite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88BE7CA-CCA0-B3A2-4663-39EEFCD22FFA}"/>
                  </a:ext>
                </a:extLst>
              </p:cNvPr>
              <p:cNvSpPr/>
              <p:nvPr/>
            </p:nvSpPr>
            <p:spPr>
              <a:xfrm>
                <a:off x="7065242" y="2948422"/>
                <a:ext cx="2000250" cy="252441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BA13449-8DDF-61C0-E968-C8957A0273EC}"/>
                  </a:ext>
                </a:extLst>
              </p:cNvPr>
              <p:cNvSpPr/>
              <p:nvPr/>
            </p:nvSpPr>
            <p:spPr>
              <a:xfrm>
                <a:off x="7372350" y="4405415"/>
                <a:ext cx="1385888" cy="79497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Inspection Module Step Definition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65A2564-3FD5-3922-8A8D-4C309C01D9AA}"/>
                  </a:ext>
                </a:extLst>
              </p:cNvPr>
              <p:cNvSpPr/>
              <p:nvPr/>
            </p:nvSpPr>
            <p:spPr>
              <a:xfrm>
                <a:off x="7372350" y="3204054"/>
                <a:ext cx="1385888" cy="79497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Azure Step Definition</a:t>
                </a:r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57338906-C356-64DA-421F-D51A226275E4}"/>
                  </a:ext>
                </a:extLst>
              </p:cNvPr>
              <p:cNvSpPr/>
              <p:nvPr/>
            </p:nvSpPr>
            <p:spPr>
              <a:xfrm>
                <a:off x="6429375" y="3947083"/>
                <a:ext cx="485775" cy="458332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E361C24C-2855-2FE5-4263-750DDFA1D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75895" y="3063059"/>
                <a:ext cx="869792" cy="877845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06192B80-6386-1E38-3499-C62E8ECB77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12534" y="4660009"/>
                <a:ext cx="1371791" cy="285790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50FF39-9F09-F434-7693-E42B9776C414}"/>
                  </a:ext>
                </a:extLst>
              </p:cNvPr>
              <p:cNvSpPr txBox="1"/>
              <p:nvPr/>
            </p:nvSpPr>
            <p:spPr>
              <a:xfrm>
                <a:off x="7224149" y="2515990"/>
                <a:ext cx="1485085" cy="348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Step Definition</a:t>
                </a: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01B2CEFA-605D-E774-4D63-3B81F3756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44390" y="3973556"/>
                <a:ext cx="532802" cy="603842"/>
              </a:xfrm>
              <a:prstGeom prst="rect">
                <a:avLst/>
              </a:prstGeom>
            </p:spPr>
          </p:pic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15F0CA2-2EF9-1283-8477-C94A216D87D5}"/>
                  </a:ext>
                </a:extLst>
              </p:cNvPr>
              <p:cNvCxnSpPr/>
              <p:nvPr/>
            </p:nvCxnSpPr>
            <p:spPr>
              <a:xfrm>
                <a:off x="9344026" y="3601543"/>
                <a:ext cx="71437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CC3EB3D-C9E1-E9C0-5B87-AEE6E6FA5713}"/>
                  </a:ext>
                </a:extLst>
              </p:cNvPr>
              <p:cNvCxnSpPr/>
              <p:nvPr/>
            </p:nvCxnSpPr>
            <p:spPr>
              <a:xfrm>
                <a:off x="9344026" y="4210627"/>
                <a:ext cx="71437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FE3456D-8403-2B40-FFE2-791C7FAA11BC}"/>
                  </a:ext>
                </a:extLst>
              </p:cNvPr>
              <p:cNvCxnSpPr/>
              <p:nvPr/>
            </p:nvCxnSpPr>
            <p:spPr>
              <a:xfrm>
                <a:off x="9344026" y="4802904"/>
                <a:ext cx="71437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DCA7DA59-C11F-87CA-24D1-EF501F2D66BB}"/>
                  </a:ext>
                </a:extLst>
              </p:cNvPr>
              <p:cNvGrpSpPr/>
              <p:nvPr/>
            </p:nvGrpSpPr>
            <p:grpSpPr>
              <a:xfrm>
                <a:off x="6038708" y="1725215"/>
                <a:ext cx="3436220" cy="319088"/>
                <a:chOff x="2964291" y="1371601"/>
                <a:chExt cx="3914778" cy="471702"/>
              </a:xfrm>
            </p:grpSpPr>
            <p:sp>
              <p:nvSpPr>
                <p:cNvPr id="44" name="Speech Bubble: Rectangle with Corners Rounded 43">
                  <a:extLst>
                    <a:ext uri="{FF2B5EF4-FFF2-40B4-BE49-F238E27FC236}">
                      <a16:creationId xmlns:a16="http://schemas.microsoft.com/office/drawing/2014/main" id="{B42728D6-6E42-313F-460D-EEA0A50E184B}"/>
                    </a:ext>
                  </a:extLst>
                </p:cNvPr>
                <p:cNvSpPr/>
                <p:nvPr/>
              </p:nvSpPr>
              <p:spPr>
                <a:xfrm>
                  <a:off x="2964291" y="1371601"/>
                  <a:ext cx="3914778" cy="471702"/>
                </a:xfrm>
                <a:prstGeom prst="wedgeRoundRectCallout">
                  <a:avLst>
                    <a:gd name="adj1" fmla="val -60239"/>
                    <a:gd name="adj2" fmla="val 181085"/>
                    <a:gd name="adj3" fmla="val 16667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Heptagon 46">
                  <a:extLst>
                    <a:ext uri="{FF2B5EF4-FFF2-40B4-BE49-F238E27FC236}">
                      <a16:creationId xmlns:a16="http://schemas.microsoft.com/office/drawing/2014/main" id="{03478703-4A87-CB9C-61B8-4A05BAEA1CB6}"/>
                    </a:ext>
                  </a:extLst>
                </p:cNvPr>
                <p:cNvSpPr/>
                <p:nvPr/>
              </p:nvSpPr>
              <p:spPr>
                <a:xfrm>
                  <a:off x="3106989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49" name="Heptagon 48">
                  <a:extLst>
                    <a:ext uri="{FF2B5EF4-FFF2-40B4-BE49-F238E27FC236}">
                      <a16:creationId xmlns:a16="http://schemas.microsoft.com/office/drawing/2014/main" id="{967D7918-5730-17A7-9042-AAA24D05352E}"/>
                    </a:ext>
                  </a:extLst>
                </p:cNvPr>
                <p:cNvSpPr/>
                <p:nvPr/>
              </p:nvSpPr>
              <p:spPr>
                <a:xfrm>
                  <a:off x="3535614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0" name="Heptagon 49">
                  <a:extLst>
                    <a:ext uri="{FF2B5EF4-FFF2-40B4-BE49-F238E27FC236}">
                      <a16:creationId xmlns:a16="http://schemas.microsoft.com/office/drawing/2014/main" id="{2AB5075E-146D-256A-F1AF-C67EDCE9B78D}"/>
                    </a:ext>
                  </a:extLst>
                </p:cNvPr>
                <p:cNvSpPr/>
                <p:nvPr/>
              </p:nvSpPr>
              <p:spPr>
                <a:xfrm>
                  <a:off x="3982220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1" name="Heptagon 50">
                  <a:extLst>
                    <a:ext uri="{FF2B5EF4-FFF2-40B4-BE49-F238E27FC236}">
                      <a16:creationId xmlns:a16="http://schemas.microsoft.com/office/drawing/2014/main" id="{F64C9840-B1D5-302F-E4B9-448EAB4C0E72}"/>
                    </a:ext>
                  </a:extLst>
                </p:cNvPr>
                <p:cNvSpPr/>
                <p:nvPr/>
              </p:nvSpPr>
              <p:spPr>
                <a:xfrm>
                  <a:off x="4428827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2" name="Heptagon 51">
                  <a:extLst>
                    <a:ext uri="{FF2B5EF4-FFF2-40B4-BE49-F238E27FC236}">
                      <a16:creationId xmlns:a16="http://schemas.microsoft.com/office/drawing/2014/main" id="{5D8BBC32-3905-5433-D24D-FA1DC999C65B}"/>
                    </a:ext>
                  </a:extLst>
                </p:cNvPr>
                <p:cNvSpPr/>
                <p:nvPr/>
              </p:nvSpPr>
              <p:spPr>
                <a:xfrm>
                  <a:off x="4840540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3" name="Heptagon 52">
                  <a:extLst>
                    <a:ext uri="{FF2B5EF4-FFF2-40B4-BE49-F238E27FC236}">
                      <a16:creationId xmlns:a16="http://schemas.microsoft.com/office/drawing/2014/main" id="{D97134FB-9DB8-B077-EC85-B454B0A9BFD6}"/>
                    </a:ext>
                  </a:extLst>
                </p:cNvPr>
                <p:cNvSpPr/>
                <p:nvPr/>
              </p:nvSpPr>
              <p:spPr>
                <a:xfrm>
                  <a:off x="5252250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54" name="Heptagon 53">
                  <a:extLst>
                    <a:ext uri="{FF2B5EF4-FFF2-40B4-BE49-F238E27FC236}">
                      <a16:creationId xmlns:a16="http://schemas.microsoft.com/office/drawing/2014/main" id="{1901DB36-C5F0-43A1-C943-136EF1815373}"/>
                    </a:ext>
                  </a:extLst>
                </p:cNvPr>
                <p:cNvSpPr/>
                <p:nvPr/>
              </p:nvSpPr>
              <p:spPr>
                <a:xfrm>
                  <a:off x="5682434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5" name="Heptagon 54">
                  <a:extLst>
                    <a:ext uri="{FF2B5EF4-FFF2-40B4-BE49-F238E27FC236}">
                      <a16:creationId xmlns:a16="http://schemas.microsoft.com/office/drawing/2014/main" id="{8D148876-21D2-842B-66E6-FBCB36865FD1}"/>
                    </a:ext>
                  </a:extLst>
                </p:cNvPr>
                <p:cNvSpPr/>
                <p:nvPr/>
              </p:nvSpPr>
              <p:spPr>
                <a:xfrm>
                  <a:off x="6072962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56" name="Heptagon 55">
                  <a:extLst>
                    <a:ext uri="{FF2B5EF4-FFF2-40B4-BE49-F238E27FC236}">
                      <a16:creationId xmlns:a16="http://schemas.microsoft.com/office/drawing/2014/main" id="{9FF3A35A-397B-8E18-2C13-6B141E373015}"/>
                    </a:ext>
                  </a:extLst>
                </p:cNvPr>
                <p:cNvSpPr/>
                <p:nvPr/>
              </p:nvSpPr>
              <p:spPr>
                <a:xfrm>
                  <a:off x="6473545" y="1440977"/>
                  <a:ext cx="342900" cy="319089"/>
                </a:xfrm>
                <a:prstGeom prst="heptagon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2EBDE51-6ED8-3376-12E1-961C537E525F}"/>
                  </a:ext>
                </a:extLst>
              </p:cNvPr>
              <p:cNvSpPr/>
              <p:nvPr/>
            </p:nvSpPr>
            <p:spPr>
              <a:xfrm>
                <a:off x="7639254" y="6035868"/>
                <a:ext cx="1038822" cy="3410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Utilities</a:t>
                </a:r>
              </a:p>
            </p:txBody>
          </p:sp>
          <p:sp>
            <p:nvSpPr>
              <p:cNvPr id="59" name="Arrow: Up-Down 58">
                <a:extLst>
                  <a:ext uri="{FF2B5EF4-FFF2-40B4-BE49-F238E27FC236}">
                    <a16:creationId xmlns:a16="http://schemas.microsoft.com/office/drawing/2014/main" id="{32CD4F75-62A5-A25B-28FF-715F6BCBA8F4}"/>
                  </a:ext>
                </a:extLst>
              </p:cNvPr>
              <p:cNvSpPr/>
              <p:nvPr/>
            </p:nvSpPr>
            <p:spPr>
              <a:xfrm>
                <a:off x="7979873" y="5554459"/>
                <a:ext cx="249954" cy="417940"/>
              </a:xfrm>
              <a:prstGeom prst="upDown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FF14826-645A-C5CA-B4A3-59EE5526F9DD}"/>
                  </a:ext>
                </a:extLst>
              </p:cNvPr>
              <p:cNvSpPr txBox="1"/>
              <p:nvPr/>
            </p:nvSpPr>
            <p:spPr>
              <a:xfrm>
                <a:off x="1820101" y="1794575"/>
                <a:ext cx="2139796" cy="348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Azure DevOps Pipeline</a:t>
                </a:r>
              </a:p>
            </p:txBody>
          </p:sp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556DE0D-03BD-EB66-8189-E1AC6864655C}"/>
                </a:ext>
              </a:extLst>
            </p:cNvPr>
            <p:cNvCxnSpPr/>
            <p:nvPr/>
          </p:nvCxnSpPr>
          <p:spPr>
            <a:xfrm>
              <a:off x="5154480" y="2406613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9755256-0FD5-B546-B683-306CF9822163}"/>
                </a:ext>
              </a:extLst>
            </p:cNvPr>
            <p:cNvCxnSpPr/>
            <p:nvPr/>
          </p:nvCxnSpPr>
          <p:spPr>
            <a:xfrm>
              <a:off x="5154480" y="2964108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1056EEC-18C7-D678-96E1-69BC2CEE78D3}"/>
                </a:ext>
              </a:extLst>
            </p:cNvPr>
            <p:cNvCxnSpPr/>
            <p:nvPr/>
          </p:nvCxnSpPr>
          <p:spPr>
            <a:xfrm>
              <a:off x="5154480" y="3590312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971B9A5-D03C-3BA8-8EA9-D9D95B863700}"/>
                </a:ext>
              </a:extLst>
            </p:cNvPr>
            <p:cNvCxnSpPr/>
            <p:nvPr/>
          </p:nvCxnSpPr>
          <p:spPr>
            <a:xfrm>
              <a:off x="5154480" y="4183400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C4FF1B3-5031-90B8-6C09-02C01FA294BB}"/>
                </a:ext>
              </a:extLst>
            </p:cNvPr>
            <p:cNvCxnSpPr/>
            <p:nvPr/>
          </p:nvCxnSpPr>
          <p:spPr>
            <a:xfrm>
              <a:off x="5154480" y="4751045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B004355-7592-D6FD-8E85-79F896307DF7}"/>
                </a:ext>
              </a:extLst>
            </p:cNvPr>
            <p:cNvCxnSpPr/>
            <p:nvPr/>
          </p:nvCxnSpPr>
          <p:spPr>
            <a:xfrm>
              <a:off x="5154480" y="5298927"/>
              <a:ext cx="834688" cy="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ABE48DC-05F3-4D9E-A647-E442911800F9}"/>
              </a:ext>
            </a:extLst>
          </p:cNvPr>
          <p:cNvSpPr txBox="1"/>
          <p:nvPr/>
        </p:nvSpPr>
        <p:spPr>
          <a:xfrm>
            <a:off x="6949908" y="5937139"/>
            <a:ext cx="2839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Automation Framework</a:t>
            </a:r>
          </a:p>
          <a:p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E70D19-CE4D-07E9-6D0F-287E356FDFE8}"/>
              </a:ext>
            </a:extLst>
          </p:cNvPr>
          <p:cNvSpPr txBox="1"/>
          <p:nvPr/>
        </p:nvSpPr>
        <p:spPr>
          <a:xfrm>
            <a:off x="476079" y="5734518"/>
            <a:ext cx="2891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Test Automation Framework </a:t>
            </a:r>
          </a:p>
          <a:p>
            <a:pPr algn="ctr"/>
            <a:r>
              <a:rPr lang="en-US" dirty="0"/>
              <a:t>Folder structure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4ACA-6498-E0DA-564A-6B48F299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BD235-912C-A357-BD62-1C17C9490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sign on (SSO)</a:t>
            </a:r>
          </a:p>
          <a:p>
            <a:r>
              <a:rPr lang="en-US" dirty="0"/>
              <a:t>Latency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84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7A40-5B7E-B2F4-F9CB-9EEA30E6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Repo – As on today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29898-3E44-2C7F-F73F-20C5E4D8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6" y="1423560"/>
            <a:ext cx="8093091" cy="522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2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28663</TotalTime>
  <Words>472</Words>
  <Application>Microsoft Office PowerPoint</Application>
  <PresentationFormat>Widescreen</PresentationFormat>
  <Paragraphs>182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Wingdings</vt:lpstr>
      <vt:lpstr>Office Theme</vt:lpstr>
      <vt:lpstr>nBif Automation  Scope, Approach &amp; Strategy</vt:lpstr>
      <vt:lpstr>Types of testing</vt:lpstr>
      <vt:lpstr>Automation scope &amp; roadmap</vt:lpstr>
      <vt:lpstr>nBIF Unified: Automation Approach &amp; strategy</vt:lpstr>
      <vt:lpstr>Automation scope in Inspection Module</vt:lpstr>
      <vt:lpstr>nBif Unified: Test Architecture Diagram</vt:lpstr>
      <vt:lpstr>Automation Framework Structure</vt:lpstr>
      <vt:lpstr>Challenges</vt:lpstr>
      <vt:lpstr>Azure Repo – As on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Bhirud, AA (Abhay Ashok)</dc:creator>
  <cp:lastModifiedBy>Bhirud, AA (Abhay Ashok)</cp:lastModifiedBy>
  <cp:revision>625</cp:revision>
  <dcterms:created xsi:type="dcterms:W3CDTF">2024-07-04T11:35:05Z</dcterms:created>
  <dcterms:modified xsi:type="dcterms:W3CDTF">2026-08-04T05:57:22Z</dcterms:modified>
</cp:coreProperties>
</file>